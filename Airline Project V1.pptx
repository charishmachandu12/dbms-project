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6245"/>
  </p:normalViewPr>
  <p:slideViewPr>
    <p:cSldViewPr snapToGrid="0">
      <p:cViewPr>
        <p:scale>
          <a:sx n="100" d="100"/>
          <a:sy n="100" d="100"/>
        </p:scale>
        <p:origin x="14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89C26-1B3F-480D-940A-78DC7C36F24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9EB218-20CE-41E8-B4F7-4EF3E7A29778}">
      <dgm:prSet/>
      <dgm:spPr/>
      <dgm:t>
        <a:bodyPr/>
        <a:lstStyle/>
        <a:p>
          <a:r>
            <a:rPr lang="en-US"/>
            <a:t>TimePeriod</a:t>
          </a:r>
        </a:p>
      </dgm:t>
    </dgm:pt>
    <dgm:pt modelId="{F7B259CA-2872-4F04-9A57-2B09406BFE47}" type="parTrans" cxnId="{60AFB197-05D1-4ABA-AC6C-E5E3F3C9C7CF}">
      <dgm:prSet/>
      <dgm:spPr/>
      <dgm:t>
        <a:bodyPr/>
        <a:lstStyle/>
        <a:p>
          <a:endParaRPr lang="en-US"/>
        </a:p>
      </dgm:t>
    </dgm:pt>
    <dgm:pt modelId="{9BDBB522-DC8F-4E07-A796-6BB7388A8293}" type="sibTrans" cxnId="{60AFB197-05D1-4ABA-AC6C-E5E3F3C9C7CF}">
      <dgm:prSet/>
      <dgm:spPr/>
      <dgm:t>
        <a:bodyPr/>
        <a:lstStyle/>
        <a:p>
          <a:endParaRPr lang="en-US"/>
        </a:p>
      </dgm:t>
    </dgm:pt>
    <dgm:pt modelId="{8905B936-8981-4018-8821-5265D63CF457}">
      <dgm:prSet/>
      <dgm:spPr/>
      <dgm:t>
        <a:bodyPr/>
        <a:lstStyle/>
        <a:p>
          <a:r>
            <a:rPr lang="en-US"/>
            <a:t>State</a:t>
          </a:r>
        </a:p>
      </dgm:t>
    </dgm:pt>
    <dgm:pt modelId="{AEAD19CB-3209-4208-B5F4-F08A6D7906D1}" type="parTrans" cxnId="{6C7D1748-67E5-4FCA-B5C6-26B52C9F5A9F}">
      <dgm:prSet/>
      <dgm:spPr/>
      <dgm:t>
        <a:bodyPr/>
        <a:lstStyle/>
        <a:p>
          <a:endParaRPr lang="en-US"/>
        </a:p>
      </dgm:t>
    </dgm:pt>
    <dgm:pt modelId="{B0257FAA-BD94-470B-8EA3-33417479C0C5}" type="sibTrans" cxnId="{6C7D1748-67E5-4FCA-B5C6-26B52C9F5A9F}">
      <dgm:prSet/>
      <dgm:spPr/>
      <dgm:t>
        <a:bodyPr/>
        <a:lstStyle/>
        <a:p>
          <a:endParaRPr lang="en-US"/>
        </a:p>
      </dgm:t>
    </dgm:pt>
    <dgm:pt modelId="{D1B55F8A-A2DB-405F-96C2-A1BC3B10A3FE}">
      <dgm:prSet/>
      <dgm:spPr/>
      <dgm:t>
        <a:bodyPr/>
        <a:lstStyle/>
        <a:p>
          <a:r>
            <a:rPr lang="en-US"/>
            <a:t>Airlines</a:t>
          </a:r>
        </a:p>
      </dgm:t>
    </dgm:pt>
    <dgm:pt modelId="{95644050-E996-40BC-9CFB-3515D320F297}" type="parTrans" cxnId="{DAC2E652-5C5C-48EA-91C6-B60BBFB80B42}">
      <dgm:prSet/>
      <dgm:spPr/>
      <dgm:t>
        <a:bodyPr/>
        <a:lstStyle/>
        <a:p>
          <a:endParaRPr lang="en-US"/>
        </a:p>
      </dgm:t>
    </dgm:pt>
    <dgm:pt modelId="{2F9CC9BE-9892-46E1-BE00-B9A1BFCB033D}" type="sibTrans" cxnId="{DAC2E652-5C5C-48EA-91C6-B60BBFB80B42}">
      <dgm:prSet/>
      <dgm:spPr/>
      <dgm:t>
        <a:bodyPr/>
        <a:lstStyle/>
        <a:p>
          <a:endParaRPr lang="en-US"/>
        </a:p>
      </dgm:t>
    </dgm:pt>
    <dgm:pt modelId="{CCBA6B6F-8E86-45D3-B70C-463EC4F28A49}">
      <dgm:prSet/>
      <dgm:spPr/>
      <dgm:t>
        <a:bodyPr/>
        <a:lstStyle/>
        <a:p>
          <a:r>
            <a:rPr lang="en-US"/>
            <a:t>AirlineNames</a:t>
          </a:r>
        </a:p>
      </dgm:t>
    </dgm:pt>
    <dgm:pt modelId="{3746DF2C-5AE5-48DE-B8E9-2521FDA2F428}" type="parTrans" cxnId="{47719A4E-039C-4B4B-8CF3-A1D099301D1F}">
      <dgm:prSet/>
      <dgm:spPr/>
      <dgm:t>
        <a:bodyPr/>
        <a:lstStyle/>
        <a:p>
          <a:endParaRPr lang="en-US"/>
        </a:p>
      </dgm:t>
    </dgm:pt>
    <dgm:pt modelId="{A8FBEC78-A786-43D6-9B2A-FFF1A615CA4C}" type="sibTrans" cxnId="{47719A4E-039C-4B4B-8CF3-A1D099301D1F}">
      <dgm:prSet/>
      <dgm:spPr/>
      <dgm:t>
        <a:bodyPr/>
        <a:lstStyle/>
        <a:p>
          <a:endParaRPr lang="en-US"/>
        </a:p>
      </dgm:t>
    </dgm:pt>
    <dgm:pt modelId="{673CEF42-67CD-4464-AFB7-4BF199E09C7E}">
      <dgm:prSet/>
      <dgm:spPr/>
      <dgm:t>
        <a:bodyPr/>
        <a:lstStyle/>
        <a:p>
          <a:r>
            <a:rPr lang="en-US"/>
            <a:t>Airports</a:t>
          </a:r>
        </a:p>
      </dgm:t>
    </dgm:pt>
    <dgm:pt modelId="{D7BC4180-46CA-4AA5-9835-64034342F7EB}" type="parTrans" cxnId="{6524E430-5FEA-4F33-8C7B-7EC511BEF69B}">
      <dgm:prSet/>
      <dgm:spPr/>
      <dgm:t>
        <a:bodyPr/>
        <a:lstStyle/>
        <a:p>
          <a:endParaRPr lang="en-US"/>
        </a:p>
      </dgm:t>
    </dgm:pt>
    <dgm:pt modelId="{21AAC2F0-E936-4173-9974-23962B44285C}" type="sibTrans" cxnId="{6524E430-5FEA-4F33-8C7B-7EC511BEF69B}">
      <dgm:prSet/>
      <dgm:spPr/>
      <dgm:t>
        <a:bodyPr/>
        <a:lstStyle/>
        <a:p>
          <a:endParaRPr lang="en-US"/>
        </a:p>
      </dgm:t>
    </dgm:pt>
    <dgm:pt modelId="{C5B59068-89C2-4905-8766-6F21D32A7B8E}">
      <dgm:prSet/>
      <dgm:spPr/>
      <dgm:t>
        <a:bodyPr/>
        <a:lstStyle/>
        <a:p>
          <a:r>
            <a:rPr lang="en-US"/>
            <a:t>AirportNames</a:t>
          </a:r>
        </a:p>
      </dgm:t>
    </dgm:pt>
    <dgm:pt modelId="{DFDE5BBE-5E88-45FA-A6F8-B5C06CFA51BB}" type="parTrans" cxnId="{4A89E225-6C11-4463-ACD6-5476142E5B76}">
      <dgm:prSet/>
      <dgm:spPr/>
      <dgm:t>
        <a:bodyPr/>
        <a:lstStyle/>
        <a:p>
          <a:endParaRPr lang="en-US"/>
        </a:p>
      </dgm:t>
    </dgm:pt>
    <dgm:pt modelId="{F2ABB30F-CCB7-49DE-8456-F5CD0911A6A1}" type="sibTrans" cxnId="{4A89E225-6C11-4463-ACD6-5476142E5B76}">
      <dgm:prSet/>
      <dgm:spPr/>
      <dgm:t>
        <a:bodyPr/>
        <a:lstStyle/>
        <a:p>
          <a:endParaRPr lang="en-US"/>
        </a:p>
      </dgm:t>
    </dgm:pt>
    <dgm:pt modelId="{0D834D93-37A3-41FD-876D-6492B7BE0221}">
      <dgm:prSet/>
      <dgm:spPr/>
      <dgm:t>
        <a:bodyPr/>
        <a:lstStyle/>
        <a:p>
          <a:r>
            <a:rPr lang="en-US"/>
            <a:t>Routes</a:t>
          </a:r>
        </a:p>
      </dgm:t>
    </dgm:pt>
    <dgm:pt modelId="{6033AD43-17FA-4C4C-9B01-9ADCA6CBD636}" type="parTrans" cxnId="{5452A204-1F9E-4149-B5C1-BF3F0978DE80}">
      <dgm:prSet/>
      <dgm:spPr/>
      <dgm:t>
        <a:bodyPr/>
        <a:lstStyle/>
        <a:p>
          <a:endParaRPr lang="en-US"/>
        </a:p>
      </dgm:t>
    </dgm:pt>
    <dgm:pt modelId="{0A60E682-98DA-43FF-8D06-22BC8B103DC6}" type="sibTrans" cxnId="{5452A204-1F9E-4149-B5C1-BF3F0978DE80}">
      <dgm:prSet/>
      <dgm:spPr/>
      <dgm:t>
        <a:bodyPr/>
        <a:lstStyle/>
        <a:p>
          <a:endParaRPr lang="en-US"/>
        </a:p>
      </dgm:t>
    </dgm:pt>
    <dgm:pt modelId="{22A555CD-5F5F-466C-AD1A-05689BBE3B3D}">
      <dgm:prSet/>
      <dgm:spPr/>
      <dgm:t>
        <a:bodyPr/>
        <a:lstStyle/>
        <a:p>
          <a:r>
            <a:rPr lang="en-US"/>
            <a:t>Flights</a:t>
          </a:r>
        </a:p>
      </dgm:t>
    </dgm:pt>
    <dgm:pt modelId="{022465DF-6480-43A9-9AA8-4569EBD1DC6A}" type="parTrans" cxnId="{6497CC6A-5B1F-473A-8445-54083575CF22}">
      <dgm:prSet/>
      <dgm:spPr/>
      <dgm:t>
        <a:bodyPr/>
        <a:lstStyle/>
        <a:p>
          <a:endParaRPr lang="en-US"/>
        </a:p>
      </dgm:t>
    </dgm:pt>
    <dgm:pt modelId="{196F4866-0D4F-4691-B977-810DEECEA373}" type="sibTrans" cxnId="{6497CC6A-5B1F-473A-8445-54083575CF22}">
      <dgm:prSet/>
      <dgm:spPr/>
      <dgm:t>
        <a:bodyPr/>
        <a:lstStyle/>
        <a:p>
          <a:endParaRPr lang="en-US"/>
        </a:p>
      </dgm:t>
    </dgm:pt>
    <dgm:pt modelId="{AB60AA10-A2BC-432F-A281-DC7018BB8A8D}">
      <dgm:prSet/>
      <dgm:spPr/>
      <dgm:t>
        <a:bodyPr/>
        <a:lstStyle/>
        <a:p>
          <a:r>
            <a:rPr lang="en-US"/>
            <a:t>FlightPerformance</a:t>
          </a:r>
        </a:p>
      </dgm:t>
    </dgm:pt>
    <dgm:pt modelId="{B31BB95A-0D93-46A2-B05D-0F2F901FA67B}" type="parTrans" cxnId="{87D3BC66-EFD4-4ABF-9CC2-DD33E7125DAB}">
      <dgm:prSet/>
      <dgm:spPr/>
      <dgm:t>
        <a:bodyPr/>
        <a:lstStyle/>
        <a:p>
          <a:endParaRPr lang="en-US"/>
        </a:p>
      </dgm:t>
    </dgm:pt>
    <dgm:pt modelId="{BA2351BA-5038-4832-9916-A34D57BB758B}" type="sibTrans" cxnId="{87D3BC66-EFD4-4ABF-9CC2-DD33E7125DAB}">
      <dgm:prSet/>
      <dgm:spPr/>
      <dgm:t>
        <a:bodyPr/>
        <a:lstStyle/>
        <a:p>
          <a:endParaRPr lang="en-US"/>
        </a:p>
      </dgm:t>
    </dgm:pt>
    <dgm:pt modelId="{E3071B40-CA71-4AFA-9DE9-8B1F40963E9F}">
      <dgm:prSet/>
      <dgm:spPr/>
      <dgm:t>
        <a:bodyPr/>
        <a:lstStyle/>
        <a:p>
          <a:r>
            <a:rPr lang="en-US"/>
            <a:t>DelayType</a:t>
          </a:r>
        </a:p>
      </dgm:t>
    </dgm:pt>
    <dgm:pt modelId="{39F77A5F-3FC0-49A7-B9F3-DAC3DB24BFBE}" type="parTrans" cxnId="{BA03F484-D869-43C3-8B4F-A2510649DA17}">
      <dgm:prSet/>
      <dgm:spPr/>
      <dgm:t>
        <a:bodyPr/>
        <a:lstStyle/>
        <a:p>
          <a:endParaRPr lang="en-US"/>
        </a:p>
      </dgm:t>
    </dgm:pt>
    <dgm:pt modelId="{B4B1E7E3-E978-4E9B-8028-B73D23B3401F}" type="sibTrans" cxnId="{BA03F484-D869-43C3-8B4F-A2510649DA17}">
      <dgm:prSet/>
      <dgm:spPr/>
      <dgm:t>
        <a:bodyPr/>
        <a:lstStyle/>
        <a:p>
          <a:endParaRPr lang="en-US"/>
        </a:p>
      </dgm:t>
    </dgm:pt>
    <dgm:pt modelId="{2C8D0CDA-3F1C-4938-8896-8021E6DFDC54}">
      <dgm:prSet/>
      <dgm:spPr/>
      <dgm:t>
        <a:bodyPr/>
        <a:lstStyle/>
        <a:p>
          <a:r>
            <a:rPr lang="en-US"/>
            <a:t>FlightDelay</a:t>
          </a:r>
        </a:p>
      </dgm:t>
    </dgm:pt>
    <dgm:pt modelId="{51A640BB-544B-4EC3-A75D-D9FDBA11A1D7}" type="parTrans" cxnId="{BD08E7FF-C55E-4F69-9A18-EB61433767B9}">
      <dgm:prSet/>
      <dgm:spPr/>
      <dgm:t>
        <a:bodyPr/>
        <a:lstStyle/>
        <a:p>
          <a:endParaRPr lang="en-US"/>
        </a:p>
      </dgm:t>
    </dgm:pt>
    <dgm:pt modelId="{735FACCF-0DF0-4C1C-A903-B05DB3516D5F}" type="sibTrans" cxnId="{BD08E7FF-C55E-4F69-9A18-EB61433767B9}">
      <dgm:prSet/>
      <dgm:spPr/>
      <dgm:t>
        <a:bodyPr/>
        <a:lstStyle/>
        <a:p>
          <a:endParaRPr lang="en-US"/>
        </a:p>
      </dgm:t>
    </dgm:pt>
    <dgm:pt modelId="{502B4932-B03A-406E-A4AE-C7ADE2C3AD5C}">
      <dgm:prSet/>
      <dgm:spPr/>
      <dgm:t>
        <a:bodyPr/>
        <a:lstStyle/>
        <a:p>
          <a:r>
            <a:rPr lang="en-US"/>
            <a:t>CancellationReason</a:t>
          </a:r>
        </a:p>
      </dgm:t>
    </dgm:pt>
    <dgm:pt modelId="{CAD876F2-CF21-443F-9649-66F1610483D4}" type="parTrans" cxnId="{7A643826-3DDA-4D5B-BC2A-9E524E626311}">
      <dgm:prSet/>
      <dgm:spPr/>
      <dgm:t>
        <a:bodyPr/>
        <a:lstStyle/>
        <a:p>
          <a:endParaRPr lang="en-US"/>
        </a:p>
      </dgm:t>
    </dgm:pt>
    <dgm:pt modelId="{591B67E0-3EB2-4C6F-87A0-8A6192C7CD5A}" type="sibTrans" cxnId="{7A643826-3DDA-4D5B-BC2A-9E524E626311}">
      <dgm:prSet/>
      <dgm:spPr/>
      <dgm:t>
        <a:bodyPr/>
        <a:lstStyle/>
        <a:p>
          <a:endParaRPr lang="en-US"/>
        </a:p>
      </dgm:t>
    </dgm:pt>
    <dgm:pt modelId="{7B9F0972-FCED-4817-854D-43640DE47DEB}">
      <dgm:prSet/>
      <dgm:spPr/>
      <dgm:t>
        <a:bodyPr/>
        <a:lstStyle/>
        <a:p>
          <a:r>
            <a:rPr lang="en-US"/>
            <a:t>FlightDiversion</a:t>
          </a:r>
        </a:p>
      </dgm:t>
    </dgm:pt>
    <dgm:pt modelId="{576ED729-F860-4D27-AB69-FEEADFEB1F8F}" type="parTrans" cxnId="{D07E5CEE-C897-4984-8BAB-E65F8301ACB6}">
      <dgm:prSet/>
      <dgm:spPr/>
      <dgm:t>
        <a:bodyPr/>
        <a:lstStyle/>
        <a:p>
          <a:endParaRPr lang="en-US"/>
        </a:p>
      </dgm:t>
    </dgm:pt>
    <dgm:pt modelId="{866D0EF9-9B75-4C1B-811B-8255F6C12C7E}" type="sibTrans" cxnId="{D07E5CEE-C897-4984-8BAB-E65F8301ACB6}">
      <dgm:prSet/>
      <dgm:spPr/>
      <dgm:t>
        <a:bodyPr/>
        <a:lstStyle/>
        <a:p>
          <a:endParaRPr lang="en-US"/>
        </a:p>
      </dgm:t>
    </dgm:pt>
    <dgm:pt modelId="{1328862F-756F-1946-B0F7-5C81AD7AD2AC}" type="pres">
      <dgm:prSet presAssocID="{8F889C26-1B3F-480D-940A-78DC7C36F249}" presName="Name0" presStyleCnt="0">
        <dgm:presLayoutVars>
          <dgm:dir/>
          <dgm:resizeHandles val="exact"/>
        </dgm:presLayoutVars>
      </dgm:prSet>
      <dgm:spPr/>
    </dgm:pt>
    <dgm:pt modelId="{CC207ED9-632B-454D-82D1-01393BFDCFB6}" type="pres">
      <dgm:prSet presAssocID="{A09EB218-20CE-41E8-B4F7-4EF3E7A29778}" presName="node" presStyleLbl="node1" presStyleIdx="0" presStyleCnt="13">
        <dgm:presLayoutVars>
          <dgm:bulletEnabled val="1"/>
        </dgm:presLayoutVars>
      </dgm:prSet>
      <dgm:spPr/>
    </dgm:pt>
    <dgm:pt modelId="{3BCE1D9A-016F-844A-81F2-772D66AAE09A}" type="pres">
      <dgm:prSet presAssocID="{9BDBB522-DC8F-4E07-A796-6BB7388A8293}" presName="sibTrans" presStyleLbl="sibTrans1D1" presStyleIdx="0" presStyleCnt="12"/>
      <dgm:spPr/>
    </dgm:pt>
    <dgm:pt modelId="{9DD3CBE4-1FE0-9541-B11C-C014DC23F1C3}" type="pres">
      <dgm:prSet presAssocID="{9BDBB522-DC8F-4E07-A796-6BB7388A8293}" presName="connectorText" presStyleLbl="sibTrans1D1" presStyleIdx="0" presStyleCnt="12"/>
      <dgm:spPr/>
    </dgm:pt>
    <dgm:pt modelId="{5B3D23EC-E8CD-D643-A77D-AE931655DD90}" type="pres">
      <dgm:prSet presAssocID="{8905B936-8981-4018-8821-5265D63CF457}" presName="node" presStyleLbl="node1" presStyleIdx="1" presStyleCnt="13">
        <dgm:presLayoutVars>
          <dgm:bulletEnabled val="1"/>
        </dgm:presLayoutVars>
      </dgm:prSet>
      <dgm:spPr/>
    </dgm:pt>
    <dgm:pt modelId="{CC77019D-13C5-D945-B85C-49A657E9B3B7}" type="pres">
      <dgm:prSet presAssocID="{B0257FAA-BD94-470B-8EA3-33417479C0C5}" presName="sibTrans" presStyleLbl="sibTrans1D1" presStyleIdx="1" presStyleCnt="12"/>
      <dgm:spPr/>
    </dgm:pt>
    <dgm:pt modelId="{F6E71F23-5F11-0D4A-AAD8-2AE07D2DFF1F}" type="pres">
      <dgm:prSet presAssocID="{B0257FAA-BD94-470B-8EA3-33417479C0C5}" presName="connectorText" presStyleLbl="sibTrans1D1" presStyleIdx="1" presStyleCnt="12"/>
      <dgm:spPr/>
    </dgm:pt>
    <dgm:pt modelId="{3C957CAE-E830-DF4F-B8D4-DBEB608CBFB3}" type="pres">
      <dgm:prSet presAssocID="{D1B55F8A-A2DB-405F-96C2-A1BC3B10A3FE}" presName="node" presStyleLbl="node1" presStyleIdx="2" presStyleCnt="13">
        <dgm:presLayoutVars>
          <dgm:bulletEnabled val="1"/>
        </dgm:presLayoutVars>
      </dgm:prSet>
      <dgm:spPr/>
    </dgm:pt>
    <dgm:pt modelId="{0BA87190-9DCA-CD40-BF7B-57C7EA33181F}" type="pres">
      <dgm:prSet presAssocID="{2F9CC9BE-9892-46E1-BE00-B9A1BFCB033D}" presName="sibTrans" presStyleLbl="sibTrans1D1" presStyleIdx="2" presStyleCnt="12"/>
      <dgm:spPr/>
    </dgm:pt>
    <dgm:pt modelId="{50ECFAB8-0055-7D46-9A69-7283A81741D7}" type="pres">
      <dgm:prSet presAssocID="{2F9CC9BE-9892-46E1-BE00-B9A1BFCB033D}" presName="connectorText" presStyleLbl="sibTrans1D1" presStyleIdx="2" presStyleCnt="12"/>
      <dgm:spPr/>
    </dgm:pt>
    <dgm:pt modelId="{D766C5E3-14C5-7944-88C2-38A929B06E47}" type="pres">
      <dgm:prSet presAssocID="{CCBA6B6F-8E86-45D3-B70C-463EC4F28A49}" presName="node" presStyleLbl="node1" presStyleIdx="3" presStyleCnt="13">
        <dgm:presLayoutVars>
          <dgm:bulletEnabled val="1"/>
        </dgm:presLayoutVars>
      </dgm:prSet>
      <dgm:spPr/>
    </dgm:pt>
    <dgm:pt modelId="{6542DE39-8886-CC4B-B829-470B7493F6AD}" type="pres">
      <dgm:prSet presAssocID="{A8FBEC78-A786-43D6-9B2A-FFF1A615CA4C}" presName="sibTrans" presStyleLbl="sibTrans1D1" presStyleIdx="3" presStyleCnt="12"/>
      <dgm:spPr/>
    </dgm:pt>
    <dgm:pt modelId="{7DDE1DF1-46D6-284F-9CD0-81C04DA87096}" type="pres">
      <dgm:prSet presAssocID="{A8FBEC78-A786-43D6-9B2A-FFF1A615CA4C}" presName="connectorText" presStyleLbl="sibTrans1D1" presStyleIdx="3" presStyleCnt="12"/>
      <dgm:spPr/>
    </dgm:pt>
    <dgm:pt modelId="{7173AF1F-821F-D746-BCBE-458C8A42DEEF}" type="pres">
      <dgm:prSet presAssocID="{673CEF42-67CD-4464-AFB7-4BF199E09C7E}" presName="node" presStyleLbl="node1" presStyleIdx="4" presStyleCnt="13">
        <dgm:presLayoutVars>
          <dgm:bulletEnabled val="1"/>
        </dgm:presLayoutVars>
      </dgm:prSet>
      <dgm:spPr/>
    </dgm:pt>
    <dgm:pt modelId="{8FA55E24-A5C2-D249-8B51-6DA072979064}" type="pres">
      <dgm:prSet presAssocID="{21AAC2F0-E936-4173-9974-23962B44285C}" presName="sibTrans" presStyleLbl="sibTrans1D1" presStyleIdx="4" presStyleCnt="12"/>
      <dgm:spPr/>
    </dgm:pt>
    <dgm:pt modelId="{C82EFE39-CEE4-2C46-886B-A91C54D69C7B}" type="pres">
      <dgm:prSet presAssocID="{21AAC2F0-E936-4173-9974-23962B44285C}" presName="connectorText" presStyleLbl="sibTrans1D1" presStyleIdx="4" presStyleCnt="12"/>
      <dgm:spPr/>
    </dgm:pt>
    <dgm:pt modelId="{414E1D9C-FCA6-3C4A-AE90-7AFD59029750}" type="pres">
      <dgm:prSet presAssocID="{C5B59068-89C2-4905-8766-6F21D32A7B8E}" presName="node" presStyleLbl="node1" presStyleIdx="5" presStyleCnt="13">
        <dgm:presLayoutVars>
          <dgm:bulletEnabled val="1"/>
        </dgm:presLayoutVars>
      </dgm:prSet>
      <dgm:spPr/>
    </dgm:pt>
    <dgm:pt modelId="{70AE6065-5B57-F145-9718-5DCDB0C48597}" type="pres">
      <dgm:prSet presAssocID="{F2ABB30F-CCB7-49DE-8456-F5CD0911A6A1}" presName="sibTrans" presStyleLbl="sibTrans1D1" presStyleIdx="5" presStyleCnt="12"/>
      <dgm:spPr/>
    </dgm:pt>
    <dgm:pt modelId="{C9BB59FA-4A7D-874F-B824-B19537639BD1}" type="pres">
      <dgm:prSet presAssocID="{F2ABB30F-CCB7-49DE-8456-F5CD0911A6A1}" presName="connectorText" presStyleLbl="sibTrans1D1" presStyleIdx="5" presStyleCnt="12"/>
      <dgm:spPr/>
    </dgm:pt>
    <dgm:pt modelId="{B787C1CF-482F-6F4E-BA06-F0EDAAC76D68}" type="pres">
      <dgm:prSet presAssocID="{0D834D93-37A3-41FD-876D-6492B7BE0221}" presName="node" presStyleLbl="node1" presStyleIdx="6" presStyleCnt="13">
        <dgm:presLayoutVars>
          <dgm:bulletEnabled val="1"/>
        </dgm:presLayoutVars>
      </dgm:prSet>
      <dgm:spPr/>
    </dgm:pt>
    <dgm:pt modelId="{2F4795D0-CF38-CB4F-B2D0-D7BF341A0162}" type="pres">
      <dgm:prSet presAssocID="{0A60E682-98DA-43FF-8D06-22BC8B103DC6}" presName="sibTrans" presStyleLbl="sibTrans1D1" presStyleIdx="6" presStyleCnt="12"/>
      <dgm:spPr/>
    </dgm:pt>
    <dgm:pt modelId="{EA214D5B-5C3C-6F49-8E15-D644BE8777B1}" type="pres">
      <dgm:prSet presAssocID="{0A60E682-98DA-43FF-8D06-22BC8B103DC6}" presName="connectorText" presStyleLbl="sibTrans1D1" presStyleIdx="6" presStyleCnt="12"/>
      <dgm:spPr/>
    </dgm:pt>
    <dgm:pt modelId="{68B2D7A1-E9AA-7B44-BB80-B3A5A345D0EE}" type="pres">
      <dgm:prSet presAssocID="{22A555CD-5F5F-466C-AD1A-05689BBE3B3D}" presName="node" presStyleLbl="node1" presStyleIdx="7" presStyleCnt="13">
        <dgm:presLayoutVars>
          <dgm:bulletEnabled val="1"/>
        </dgm:presLayoutVars>
      </dgm:prSet>
      <dgm:spPr/>
    </dgm:pt>
    <dgm:pt modelId="{07CF6650-F40D-774C-8180-8500A6FEAE99}" type="pres">
      <dgm:prSet presAssocID="{196F4866-0D4F-4691-B977-810DEECEA373}" presName="sibTrans" presStyleLbl="sibTrans1D1" presStyleIdx="7" presStyleCnt="12"/>
      <dgm:spPr/>
    </dgm:pt>
    <dgm:pt modelId="{EF31B181-35A0-3E46-9DFA-8E095BB1A580}" type="pres">
      <dgm:prSet presAssocID="{196F4866-0D4F-4691-B977-810DEECEA373}" presName="connectorText" presStyleLbl="sibTrans1D1" presStyleIdx="7" presStyleCnt="12"/>
      <dgm:spPr/>
    </dgm:pt>
    <dgm:pt modelId="{5DC386EF-3416-D248-BB41-E9704623FE4E}" type="pres">
      <dgm:prSet presAssocID="{AB60AA10-A2BC-432F-A281-DC7018BB8A8D}" presName="node" presStyleLbl="node1" presStyleIdx="8" presStyleCnt="13">
        <dgm:presLayoutVars>
          <dgm:bulletEnabled val="1"/>
        </dgm:presLayoutVars>
      </dgm:prSet>
      <dgm:spPr/>
    </dgm:pt>
    <dgm:pt modelId="{484F20A7-0F6D-594E-AB5D-31B097FE85F1}" type="pres">
      <dgm:prSet presAssocID="{BA2351BA-5038-4832-9916-A34D57BB758B}" presName="sibTrans" presStyleLbl="sibTrans1D1" presStyleIdx="8" presStyleCnt="12"/>
      <dgm:spPr/>
    </dgm:pt>
    <dgm:pt modelId="{822F99B6-1DB4-CC4A-9F54-EED3766D6D60}" type="pres">
      <dgm:prSet presAssocID="{BA2351BA-5038-4832-9916-A34D57BB758B}" presName="connectorText" presStyleLbl="sibTrans1D1" presStyleIdx="8" presStyleCnt="12"/>
      <dgm:spPr/>
    </dgm:pt>
    <dgm:pt modelId="{32F93A21-5EC2-CC42-B106-F15DADDB1EDA}" type="pres">
      <dgm:prSet presAssocID="{E3071B40-CA71-4AFA-9DE9-8B1F40963E9F}" presName="node" presStyleLbl="node1" presStyleIdx="9" presStyleCnt="13">
        <dgm:presLayoutVars>
          <dgm:bulletEnabled val="1"/>
        </dgm:presLayoutVars>
      </dgm:prSet>
      <dgm:spPr/>
    </dgm:pt>
    <dgm:pt modelId="{A7F0EB10-32F3-EF42-83B0-57F99A542DB2}" type="pres">
      <dgm:prSet presAssocID="{B4B1E7E3-E978-4E9B-8028-B73D23B3401F}" presName="sibTrans" presStyleLbl="sibTrans1D1" presStyleIdx="9" presStyleCnt="12"/>
      <dgm:spPr/>
    </dgm:pt>
    <dgm:pt modelId="{D8D20B37-7C24-544F-AE5A-4B1B9973B7F5}" type="pres">
      <dgm:prSet presAssocID="{B4B1E7E3-E978-4E9B-8028-B73D23B3401F}" presName="connectorText" presStyleLbl="sibTrans1D1" presStyleIdx="9" presStyleCnt="12"/>
      <dgm:spPr/>
    </dgm:pt>
    <dgm:pt modelId="{B90874E9-F197-984D-AE48-1BD9C8F7BA14}" type="pres">
      <dgm:prSet presAssocID="{2C8D0CDA-3F1C-4938-8896-8021E6DFDC54}" presName="node" presStyleLbl="node1" presStyleIdx="10" presStyleCnt="13">
        <dgm:presLayoutVars>
          <dgm:bulletEnabled val="1"/>
        </dgm:presLayoutVars>
      </dgm:prSet>
      <dgm:spPr/>
    </dgm:pt>
    <dgm:pt modelId="{7CA9C400-4C73-404A-82F1-687974E6463C}" type="pres">
      <dgm:prSet presAssocID="{735FACCF-0DF0-4C1C-A903-B05DB3516D5F}" presName="sibTrans" presStyleLbl="sibTrans1D1" presStyleIdx="10" presStyleCnt="12"/>
      <dgm:spPr/>
    </dgm:pt>
    <dgm:pt modelId="{B0B49126-125D-144E-9FCF-4D31414A538D}" type="pres">
      <dgm:prSet presAssocID="{735FACCF-0DF0-4C1C-A903-B05DB3516D5F}" presName="connectorText" presStyleLbl="sibTrans1D1" presStyleIdx="10" presStyleCnt="12"/>
      <dgm:spPr/>
    </dgm:pt>
    <dgm:pt modelId="{D8BFC99B-5577-7E48-93ED-7AE99366BC38}" type="pres">
      <dgm:prSet presAssocID="{502B4932-B03A-406E-A4AE-C7ADE2C3AD5C}" presName="node" presStyleLbl="node1" presStyleIdx="11" presStyleCnt="13">
        <dgm:presLayoutVars>
          <dgm:bulletEnabled val="1"/>
        </dgm:presLayoutVars>
      </dgm:prSet>
      <dgm:spPr/>
    </dgm:pt>
    <dgm:pt modelId="{918D1E11-E02A-3344-AAE7-140681829DAF}" type="pres">
      <dgm:prSet presAssocID="{591B67E0-3EB2-4C6F-87A0-8A6192C7CD5A}" presName="sibTrans" presStyleLbl="sibTrans1D1" presStyleIdx="11" presStyleCnt="12"/>
      <dgm:spPr/>
    </dgm:pt>
    <dgm:pt modelId="{0409CA38-CF9D-784B-B6EE-AF6284B1EB3B}" type="pres">
      <dgm:prSet presAssocID="{591B67E0-3EB2-4C6F-87A0-8A6192C7CD5A}" presName="connectorText" presStyleLbl="sibTrans1D1" presStyleIdx="11" presStyleCnt="12"/>
      <dgm:spPr/>
    </dgm:pt>
    <dgm:pt modelId="{44DE5261-9D7A-7C4B-A004-1003CAE0417A}" type="pres">
      <dgm:prSet presAssocID="{7B9F0972-FCED-4817-854D-43640DE47DEB}" presName="node" presStyleLbl="node1" presStyleIdx="12" presStyleCnt="13">
        <dgm:presLayoutVars>
          <dgm:bulletEnabled val="1"/>
        </dgm:presLayoutVars>
      </dgm:prSet>
      <dgm:spPr/>
    </dgm:pt>
  </dgm:ptLst>
  <dgm:cxnLst>
    <dgm:cxn modelId="{5452A204-1F9E-4149-B5C1-BF3F0978DE80}" srcId="{8F889C26-1B3F-480D-940A-78DC7C36F249}" destId="{0D834D93-37A3-41FD-876D-6492B7BE0221}" srcOrd="6" destOrd="0" parTransId="{6033AD43-17FA-4C4C-9B01-9ADCA6CBD636}" sibTransId="{0A60E682-98DA-43FF-8D06-22BC8B103DC6}"/>
    <dgm:cxn modelId="{1187CD04-D4C0-6D49-BCE4-6FB77C9E0D34}" type="presOf" srcId="{B0257FAA-BD94-470B-8EA3-33417479C0C5}" destId="{CC77019D-13C5-D945-B85C-49A657E9B3B7}" srcOrd="0" destOrd="0" presId="urn:microsoft.com/office/officeart/2016/7/layout/RepeatingBendingProcessNew"/>
    <dgm:cxn modelId="{D4076E05-E429-234F-BB7F-F733C1998BF5}" type="presOf" srcId="{E3071B40-CA71-4AFA-9DE9-8B1F40963E9F}" destId="{32F93A21-5EC2-CC42-B106-F15DADDB1EDA}" srcOrd="0" destOrd="0" presId="urn:microsoft.com/office/officeart/2016/7/layout/RepeatingBendingProcessNew"/>
    <dgm:cxn modelId="{2EA1BD08-5767-6B4B-8E04-12F366DE382F}" type="presOf" srcId="{A8FBEC78-A786-43D6-9B2A-FFF1A615CA4C}" destId="{7DDE1DF1-46D6-284F-9CD0-81C04DA87096}" srcOrd="1" destOrd="0" presId="urn:microsoft.com/office/officeart/2016/7/layout/RepeatingBendingProcessNew"/>
    <dgm:cxn modelId="{5D19E80C-F07D-294B-AECF-C7871281985A}" type="presOf" srcId="{F2ABB30F-CCB7-49DE-8456-F5CD0911A6A1}" destId="{C9BB59FA-4A7D-874F-B824-B19537639BD1}" srcOrd="1" destOrd="0" presId="urn:microsoft.com/office/officeart/2016/7/layout/RepeatingBendingProcessNew"/>
    <dgm:cxn modelId="{51DA330F-4D64-1448-9DD4-72FB697836E1}" type="presOf" srcId="{9BDBB522-DC8F-4E07-A796-6BB7388A8293}" destId="{9DD3CBE4-1FE0-9541-B11C-C014DC23F1C3}" srcOrd="1" destOrd="0" presId="urn:microsoft.com/office/officeart/2016/7/layout/RepeatingBendingProcessNew"/>
    <dgm:cxn modelId="{4E9C0719-C0A6-7241-93B7-C96E81F37F6E}" type="presOf" srcId="{A09EB218-20CE-41E8-B4F7-4EF3E7A29778}" destId="{CC207ED9-632B-454D-82D1-01393BFDCFB6}" srcOrd="0" destOrd="0" presId="urn:microsoft.com/office/officeart/2016/7/layout/RepeatingBendingProcessNew"/>
    <dgm:cxn modelId="{0FD2FD20-28E8-DE4F-B785-622F19BB6BEC}" type="presOf" srcId="{735FACCF-0DF0-4C1C-A903-B05DB3516D5F}" destId="{B0B49126-125D-144E-9FCF-4D31414A538D}" srcOrd="1" destOrd="0" presId="urn:microsoft.com/office/officeart/2016/7/layout/RepeatingBendingProcessNew"/>
    <dgm:cxn modelId="{4A89E225-6C11-4463-ACD6-5476142E5B76}" srcId="{8F889C26-1B3F-480D-940A-78DC7C36F249}" destId="{C5B59068-89C2-4905-8766-6F21D32A7B8E}" srcOrd="5" destOrd="0" parTransId="{DFDE5BBE-5E88-45FA-A6F8-B5C06CFA51BB}" sibTransId="{F2ABB30F-CCB7-49DE-8456-F5CD0911A6A1}"/>
    <dgm:cxn modelId="{7A643826-3DDA-4D5B-BC2A-9E524E626311}" srcId="{8F889C26-1B3F-480D-940A-78DC7C36F249}" destId="{502B4932-B03A-406E-A4AE-C7ADE2C3AD5C}" srcOrd="11" destOrd="0" parTransId="{CAD876F2-CF21-443F-9649-66F1610483D4}" sibTransId="{591B67E0-3EB2-4C6F-87A0-8A6192C7CD5A}"/>
    <dgm:cxn modelId="{452CBE28-E9E6-B242-A0C8-4E65201BF042}" type="presOf" srcId="{AB60AA10-A2BC-432F-A281-DC7018BB8A8D}" destId="{5DC386EF-3416-D248-BB41-E9704623FE4E}" srcOrd="0" destOrd="0" presId="urn:microsoft.com/office/officeart/2016/7/layout/RepeatingBendingProcessNew"/>
    <dgm:cxn modelId="{94D4972B-D3D0-B549-95BD-BF165F279EBC}" type="presOf" srcId="{196F4866-0D4F-4691-B977-810DEECEA373}" destId="{07CF6650-F40D-774C-8180-8500A6FEAE99}" srcOrd="0" destOrd="0" presId="urn:microsoft.com/office/officeart/2016/7/layout/RepeatingBendingProcessNew"/>
    <dgm:cxn modelId="{6524E430-5FEA-4F33-8C7B-7EC511BEF69B}" srcId="{8F889C26-1B3F-480D-940A-78DC7C36F249}" destId="{673CEF42-67CD-4464-AFB7-4BF199E09C7E}" srcOrd="4" destOrd="0" parTransId="{D7BC4180-46CA-4AA5-9835-64034342F7EB}" sibTransId="{21AAC2F0-E936-4173-9974-23962B44285C}"/>
    <dgm:cxn modelId="{E4F40436-7316-1D43-9236-D4126B4B4819}" type="presOf" srcId="{2F9CC9BE-9892-46E1-BE00-B9A1BFCB033D}" destId="{50ECFAB8-0055-7D46-9A69-7283A81741D7}" srcOrd="1" destOrd="0" presId="urn:microsoft.com/office/officeart/2016/7/layout/RepeatingBendingProcessNew"/>
    <dgm:cxn modelId="{81B87F3A-C355-B745-A778-A8BDA7A026BA}" type="presOf" srcId="{502B4932-B03A-406E-A4AE-C7ADE2C3AD5C}" destId="{D8BFC99B-5577-7E48-93ED-7AE99366BC38}" srcOrd="0" destOrd="0" presId="urn:microsoft.com/office/officeart/2016/7/layout/RepeatingBendingProcessNew"/>
    <dgm:cxn modelId="{A3C12E3E-0303-9F44-A8AE-8CD41D04F748}" type="presOf" srcId="{B0257FAA-BD94-470B-8EA3-33417479C0C5}" destId="{F6E71F23-5F11-0D4A-AAD8-2AE07D2DFF1F}" srcOrd="1" destOrd="0" presId="urn:microsoft.com/office/officeart/2016/7/layout/RepeatingBendingProcessNew"/>
    <dgm:cxn modelId="{F161443F-8386-F44C-ABC3-753E16D3C363}" type="presOf" srcId="{0A60E682-98DA-43FF-8D06-22BC8B103DC6}" destId="{EA214D5B-5C3C-6F49-8E15-D644BE8777B1}" srcOrd="1" destOrd="0" presId="urn:microsoft.com/office/officeart/2016/7/layout/RepeatingBendingProcessNew"/>
    <dgm:cxn modelId="{6C7D1748-67E5-4FCA-B5C6-26B52C9F5A9F}" srcId="{8F889C26-1B3F-480D-940A-78DC7C36F249}" destId="{8905B936-8981-4018-8821-5265D63CF457}" srcOrd="1" destOrd="0" parTransId="{AEAD19CB-3209-4208-B5F4-F08A6D7906D1}" sibTransId="{B0257FAA-BD94-470B-8EA3-33417479C0C5}"/>
    <dgm:cxn modelId="{6E0DE24B-EC62-4347-9058-C6C8AF86D98B}" type="presOf" srcId="{196F4866-0D4F-4691-B977-810DEECEA373}" destId="{EF31B181-35A0-3E46-9DFA-8E095BB1A580}" srcOrd="1" destOrd="0" presId="urn:microsoft.com/office/officeart/2016/7/layout/RepeatingBendingProcessNew"/>
    <dgm:cxn modelId="{47719A4E-039C-4B4B-8CF3-A1D099301D1F}" srcId="{8F889C26-1B3F-480D-940A-78DC7C36F249}" destId="{CCBA6B6F-8E86-45D3-B70C-463EC4F28A49}" srcOrd="3" destOrd="0" parTransId="{3746DF2C-5AE5-48DE-B8E9-2521FDA2F428}" sibTransId="{A8FBEC78-A786-43D6-9B2A-FFF1A615CA4C}"/>
    <dgm:cxn modelId="{E17C9850-7A9D-354E-BC37-7E756C555F57}" type="presOf" srcId="{BA2351BA-5038-4832-9916-A34D57BB758B}" destId="{484F20A7-0F6D-594E-AB5D-31B097FE85F1}" srcOrd="0" destOrd="0" presId="urn:microsoft.com/office/officeart/2016/7/layout/RepeatingBendingProcessNew"/>
    <dgm:cxn modelId="{96465751-8E3E-2449-AB5F-EFEE73019B2C}" type="presOf" srcId="{591B67E0-3EB2-4C6F-87A0-8A6192C7CD5A}" destId="{0409CA38-CF9D-784B-B6EE-AF6284B1EB3B}" srcOrd="1" destOrd="0" presId="urn:microsoft.com/office/officeart/2016/7/layout/RepeatingBendingProcessNew"/>
    <dgm:cxn modelId="{004F6952-14E7-884E-964A-7DC426001BA2}" type="presOf" srcId="{BA2351BA-5038-4832-9916-A34D57BB758B}" destId="{822F99B6-1DB4-CC4A-9F54-EED3766D6D60}" srcOrd="1" destOrd="0" presId="urn:microsoft.com/office/officeart/2016/7/layout/RepeatingBendingProcessNew"/>
    <dgm:cxn modelId="{DAC2E652-5C5C-48EA-91C6-B60BBFB80B42}" srcId="{8F889C26-1B3F-480D-940A-78DC7C36F249}" destId="{D1B55F8A-A2DB-405F-96C2-A1BC3B10A3FE}" srcOrd="2" destOrd="0" parTransId="{95644050-E996-40BC-9CFB-3515D320F297}" sibTransId="{2F9CC9BE-9892-46E1-BE00-B9A1BFCB033D}"/>
    <dgm:cxn modelId="{8A1D7558-2EAF-644E-8B10-D61628905134}" type="presOf" srcId="{B4B1E7E3-E978-4E9B-8028-B73D23B3401F}" destId="{D8D20B37-7C24-544F-AE5A-4B1B9973B7F5}" srcOrd="1" destOrd="0" presId="urn:microsoft.com/office/officeart/2016/7/layout/RepeatingBendingProcessNew"/>
    <dgm:cxn modelId="{87D3BC66-EFD4-4ABF-9CC2-DD33E7125DAB}" srcId="{8F889C26-1B3F-480D-940A-78DC7C36F249}" destId="{AB60AA10-A2BC-432F-A281-DC7018BB8A8D}" srcOrd="8" destOrd="0" parTransId="{B31BB95A-0D93-46A2-B05D-0F2F901FA67B}" sibTransId="{BA2351BA-5038-4832-9916-A34D57BB758B}"/>
    <dgm:cxn modelId="{53D2EC67-38DF-0548-907F-CD972D7C706E}" type="presOf" srcId="{0A60E682-98DA-43FF-8D06-22BC8B103DC6}" destId="{2F4795D0-CF38-CB4F-B2D0-D7BF341A0162}" srcOrd="0" destOrd="0" presId="urn:microsoft.com/office/officeart/2016/7/layout/RepeatingBendingProcessNew"/>
    <dgm:cxn modelId="{99894568-B3A0-DC40-8D33-4658A2BB358B}" type="presOf" srcId="{CCBA6B6F-8E86-45D3-B70C-463EC4F28A49}" destId="{D766C5E3-14C5-7944-88C2-38A929B06E47}" srcOrd="0" destOrd="0" presId="urn:microsoft.com/office/officeart/2016/7/layout/RepeatingBendingProcessNew"/>
    <dgm:cxn modelId="{6497CC6A-5B1F-473A-8445-54083575CF22}" srcId="{8F889C26-1B3F-480D-940A-78DC7C36F249}" destId="{22A555CD-5F5F-466C-AD1A-05689BBE3B3D}" srcOrd="7" destOrd="0" parTransId="{022465DF-6480-43A9-9AA8-4569EBD1DC6A}" sibTransId="{196F4866-0D4F-4691-B977-810DEECEA373}"/>
    <dgm:cxn modelId="{D5D4056E-EA4B-2041-9891-AB4FF0930B2B}" type="presOf" srcId="{8905B936-8981-4018-8821-5265D63CF457}" destId="{5B3D23EC-E8CD-D643-A77D-AE931655DD90}" srcOrd="0" destOrd="0" presId="urn:microsoft.com/office/officeart/2016/7/layout/RepeatingBendingProcessNew"/>
    <dgm:cxn modelId="{F0960A75-DF7B-9042-B5F9-883615670C04}" type="presOf" srcId="{735FACCF-0DF0-4C1C-A903-B05DB3516D5F}" destId="{7CA9C400-4C73-404A-82F1-687974E6463C}" srcOrd="0" destOrd="0" presId="urn:microsoft.com/office/officeart/2016/7/layout/RepeatingBendingProcessNew"/>
    <dgm:cxn modelId="{BA03F484-D869-43C3-8B4F-A2510649DA17}" srcId="{8F889C26-1B3F-480D-940A-78DC7C36F249}" destId="{E3071B40-CA71-4AFA-9DE9-8B1F40963E9F}" srcOrd="9" destOrd="0" parTransId="{39F77A5F-3FC0-49A7-B9F3-DAC3DB24BFBE}" sibTransId="{B4B1E7E3-E978-4E9B-8028-B73D23B3401F}"/>
    <dgm:cxn modelId="{7083BC88-DE7F-6F40-B201-FD2BA1D5FA69}" type="presOf" srcId="{7B9F0972-FCED-4817-854D-43640DE47DEB}" destId="{44DE5261-9D7A-7C4B-A004-1003CAE0417A}" srcOrd="0" destOrd="0" presId="urn:microsoft.com/office/officeart/2016/7/layout/RepeatingBendingProcessNew"/>
    <dgm:cxn modelId="{60AFB197-05D1-4ABA-AC6C-E5E3F3C9C7CF}" srcId="{8F889C26-1B3F-480D-940A-78DC7C36F249}" destId="{A09EB218-20CE-41E8-B4F7-4EF3E7A29778}" srcOrd="0" destOrd="0" parTransId="{F7B259CA-2872-4F04-9A57-2B09406BFE47}" sibTransId="{9BDBB522-DC8F-4E07-A796-6BB7388A8293}"/>
    <dgm:cxn modelId="{F8E34D9C-E7AD-E547-825C-8C5EF7D51DDB}" type="presOf" srcId="{21AAC2F0-E936-4173-9974-23962B44285C}" destId="{C82EFE39-CEE4-2C46-886B-A91C54D69C7B}" srcOrd="1" destOrd="0" presId="urn:microsoft.com/office/officeart/2016/7/layout/RepeatingBendingProcessNew"/>
    <dgm:cxn modelId="{C81EF1B7-DCCE-AC43-947E-B114FBC7DB2A}" type="presOf" srcId="{673CEF42-67CD-4464-AFB7-4BF199E09C7E}" destId="{7173AF1F-821F-D746-BCBE-458C8A42DEEF}" srcOrd="0" destOrd="0" presId="urn:microsoft.com/office/officeart/2016/7/layout/RepeatingBendingProcessNew"/>
    <dgm:cxn modelId="{0674CEC4-49D1-6246-BFF7-9C43AF2A51B3}" type="presOf" srcId="{22A555CD-5F5F-466C-AD1A-05689BBE3B3D}" destId="{68B2D7A1-E9AA-7B44-BB80-B3A5A345D0EE}" srcOrd="0" destOrd="0" presId="urn:microsoft.com/office/officeart/2016/7/layout/RepeatingBendingProcessNew"/>
    <dgm:cxn modelId="{063D07C9-9AA2-F344-BA40-45777B8D028E}" type="presOf" srcId="{2C8D0CDA-3F1C-4938-8896-8021E6DFDC54}" destId="{B90874E9-F197-984D-AE48-1BD9C8F7BA14}" srcOrd="0" destOrd="0" presId="urn:microsoft.com/office/officeart/2016/7/layout/RepeatingBendingProcessNew"/>
    <dgm:cxn modelId="{10A740CE-F94F-B243-A59C-307C2A9FEC40}" type="presOf" srcId="{F2ABB30F-CCB7-49DE-8456-F5CD0911A6A1}" destId="{70AE6065-5B57-F145-9718-5DCDB0C48597}" srcOrd="0" destOrd="0" presId="urn:microsoft.com/office/officeart/2016/7/layout/RepeatingBendingProcessNew"/>
    <dgm:cxn modelId="{DD81F2D0-B535-B446-A384-BED1481A40B2}" type="presOf" srcId="{2F9CC9BE-9892-46E1-BE00-B9A1BFCB033D}" destId="{0BA87190-9DCA-CD40-BF7B-57C7EA33181F}" srcOrd="0" destOrd="0" presId="urn:microsoft.com/office/officeart/2016/7/layout/RepeatingBendingProcessNew"/>
    <dgm:cxn modelId="{79B9C7D2-9167-5F4C-B033-2559B5126DBE}" type="presOf" srcId="{A8FBEC78-A786-43D6-9B2A-FFF1A615CA4C}" destId="{6542DE39-8886-CC4B-B829-470B7493F6AD}" srcOrd="0" destOrd="0" presId="urn:microsoft.com/office/officeart/2016/7/layout/RepeatingBendingProcessNew"/>
    <dgm:cxn modelId="{3846E2D5-1727-D84B-B5BB-F21C04A4AAEC}" type="presOf" srcId="{0D834D93-37A3-41FD-876D-6492B7BE0221}" destId="{B787C1CF-482F-6F4E-BA06-F0EDAAC76D68}" srcOrd="0" destOrd="0" presId="urn:microsoft.com/office/officeart/2016/7/layout/RepeatingBendingProcessNew"/>
    <dgm:cxn modelId="{F2A75FE0-CD12-0549-850E-6C335421075E}" type="presOf" srcId="{8F889C26-1B3F-480D-940A-78DC7C36F249}" destId="{1328862F-756F-1946-B0F7-5C81AD7AD2AC}" srcOrd="0" destOrd="0" presId="urn:microsoft.com/office/officeart/2016/7/layout/RepeatingBendingProcessNew"/>
    <dgm:cxn modelId="{4E5D23E7-8F81-3549-9416-3D9DEBF0B1B6}" type="presOf" srcId="{D1B55F8A-A2DB-405F-96C2-A1BC3B10A3FE}" destId="{3C957CAE-E830-DF4F-B8D4-DBEB608CBFB3}" srcOrd="0" destOrd="0" presId="urn:microsoft.com/office/officeart/2016/7/layout/RepeatingBendingProcessNew"/>
    <dgm:cxn modelId="{5D1527ED-16F9-9B40-AD7A-B843348F0B7F}" type="presOf" srcId="{C5B59068-89C2-4905-8766-6F21D32A7B8E}" destId="{414E1D9C-FCA6-3C4A-AE90-7AFD59029750}" srcOrd="0" destOrd="0" presId="urn:microsoft.com/office/officeart/2016/7/layout/RepeatingBendingProcessNew"/>
    <dgm:cxn modelId="{D07E5CEE-C897-4984-8BAB-E65F8301ACB6}" srcId="{8F889C26-1B3F-480D-940A-78DC7C36F249}" destId="{7B9F0972-FCED-4817-854D-43640DE47DEB}" srcOrd="12" destOrd="0" parTransId="{576ED729-F860-4D27-AB69-FEEADFEB1F8F}" sibTransId="{866D0EF9-9B75-4C1B-811B-8255F6C12C7E}"/>
    <dgm:cxn modelId="{B02F9DEE-F54B-CB47-B552-C27F97169836}" type="presOf" srcId="{21AAC2F0-E936-4173-9974-23962B44285C}" destId="{8FA55E24-A5C2-D249-8B51-6DA072979064}" srcOrd="0" destOrd="0" presId="urn:microsoft.com/office/officeart/2016/7/layout/RepeatingBendingProcessNew"/>
    <dgm:cxn modelId="{6A5CCDF7-B22E-514A-A451-A03571254BF4}" type="presOf" srcId="{591B67E0-3EB2-4C6F-87A0-8A6192C7CD5A}" destId="{918D1E11-E02A-3344-AAE7-140681829DAF}" srcOrd="0" destOrd="0" presId="urn:microsoft.com/office/officeart/2016/7/layout/RepeatingBendingProcessNew"/>
    <dgm:cxn modelId="{D7CDEFF8-CFA4-AB41-88F6-7F4FD8F71554}" type="presOf" srcId="{B4B1E7E3-E978-4E9B-8028-B73D23B3401F}" destId="{A7F0EB10-32F3-EF42-83B0-57F99A542DB2}" srcOrd="0" destOrd="0" presId="urn:microsoft.com/office/officeart/2016/7/layout/RepeatingBendingProcessNew"/>
    <dgm:cxn modelId="{F4AEBFF9-B6AD-1D44-B975-F7D16DEEABEB}" type="presOf" srcId="{9BDBB522-DC8F-4E07-A796-6BB7388A8293}" destId="{3BCE1D9A-016F-844A-81F2-772D66AAE09A}" srcOrd="0" destOrd="0" presId="urn:microsoft.com/office/officeart/2016/7/layout/RepeatingBendingProcessNew"/>
    <dgm:cxn modelId="{BD08E7FF-C55E-4F69-9A18-EB61433767B9}" srcId="{8F889C26-1B3F-480D-940A-78DC7C36F249}" destId="{2C8D0CDA-3F1C-4938-8896-8021E6DFDC54}" srcOrd="10" destOrd="0" parTransId="{51A640BB-544B-4EC3-A75D-D9FDBA11A1D7}" sibTransId="{735FACCF-0DF0-4C1C-A903-B05DB3516D5F}"/>
    <dgm:cxn modelId="{6B545CF3-376B-1A40-9352-748DD388D04E}" type="presParOf" srcId="{1328862F-756F-1946-B0F7-5C81AD7AD2AC}" destId="{CC207ED9-632B-454D-82D1-01393BFDCFB6}" srcOrd="0" destOrd="0" presId="urn:microsoft.com/office/officeart/2016/7/layout/RepeatingBendingProcessNew"/>
    <dgm:cxn modelId="{ED4191B5-A5BB-B249-B9A9-9A70F6AB08A2}" type="presParOf" srcId="{1328862F-756F-1946-B0F7-5C81AD7AD2AC}" destId="{3BCE1D9A-016F-844A-81F2-772D66AAE09A}" srcOrd="1" destOrd="0" presId="urn:microsoft.com/office/officeart/2016/7/layout/RepeatingBendingProcessNew"/>
    <dgm:cxn modelId="{BF2C5409-4ABC-2143-AE6F-C3AAA754C3EE}" type="presParOf" srcId="{3BCE1D9A-016F-844A-81F2-772D66AAE09A}" destId="{9DD3CBE4-1FE0-9541-B11C-C014DC23F1C3}" srcOrd="0" destOrd="0" presId="urn:microsoft.com/office/officeart/2016/7/layout/RepeatingBendingProcessNew"/>
    <dgm:cxn modelId="{01FB76E4-05E3-5544-96CC-468F6BB4F519}" type="presParOf" srcId="{1328862F-756F-1946-B0F7-5C81AD7AD2AC}" destId="{5B3D23EC-E8CD-D643-A77D-AE931655DD90}" srcOrd="2" destOrd="0" presId="urn:microsoft.com/office/officeart/2016/7/layout/RepeatingBendingProcessNew"/>
    <dgm:cxn modelId="{773FC845-FECB-E941-9AC8-50953F6C2A76}" type="presParOf" srcId="{1328862F-756F-1946-B0F7-5C81AD7AD2AC}" destId="{CC77019D-13C5-D945-B85C-49A657E9B3B7}" srcOrd="3" destOrd="0" presId="urn:microsoft.com/office/officeart/2016/7/layout/RepeatingBendingProcessNew"/>
    <dgm:cxn modelId="{F4736098-BB29-2042-8558-5A2B0313F3AA}" type="presParOf" srcId="{CC77019D-13C5-D945-B85C-49A657E9B3B7}" destId="{F6E71F23-5F11-0D4A-AAD8-2AE07D2DFF1F}" srcOrd="0" destOrd="0" presId="urn:microsoft.com/office/officeart/2016/7/layout/RepeatingBendingProcessNew"/>
    <dgm:cxn modelId="{700B4B39-8E12-DA42-B560-52DA5D264D6B}" type="presParOf" srcId="{1328862F-756F-1946-B0F7-5C81AD7AD2AC}" destId="{3C957CAE-E830-DF4F-B8D4-DBEB608CBFB3}" srcOrd="4" destOrd="0" presId="urn:microsoft.com/office/officeart/2016/7/layout/RepeatingBendingProcessNew"/>
    <dgm:cxn modelId="{10DB2758-A7C6-1341-A451-0FD5F039B500}" type="presParOf" srcId="{1328862F-756F-1946-B0F7-5C81AD7AD2AC}" destId="{0BA87190-9DCA-CD40-BF7B-57C7EA33181F}" srcOrd="5" destOrd="0" presId="urn:microsoft.com/office/officeart/2016/7/layout/RepeatingBendingProcessNew"/>
    <dgm:cxn modelId="{1A77667D-202F-7140-AD9F-A85537DEC8E9}" type="presParOf" srcId="{0BA87190-9DCA-CD40-BF7B-57C7EA33181F}" destId="{50ECFAB8-0055-7D46-9A69-7283A81741D7}" srcOrd="0" destOrd="0" presId="urn:microsoft.com/office/officeart/2016/7/layout/RepeatingBendingProcessNew"/>
    <dgm:cxn modelId="{8D597DE4-0FB4-5C40-8262-443A83489304}" type="presParOf" srcId="{1328862F-756F-1946-B0F7-5C81AD7AD2AC}" destId="{D766C5E3-14C5-7944-88C2-38A929B06E47}" srcOrd="6" destOrd="0" presId="urn:microsoft.com/office/officeart/2016/7/layout/RepeatingBendingProcessNew"/>
    <dgm:cxn modelId="{7A64DC1F-9A46-C14F-9CA2-853E1AA1DED6}" type="presParOf" srcId="{1328862F-756F-1946-B0F7-5C81AD7AD2AC}" destId="{6542DE39-8886-CC4B-B829-470B7493F6AD}" srcOrd="7" destOrd="0" presId="urn:microsoft.com/office/officeart/2016/7/layout/RepeatingBendingProcessNew"/>
    <dgm:cxn modelId="{DCC0C245-D3F8-034A-9030-388D1D49C91C}" type="presParOf" srcId="{6542DE39-8886-CC4B-B829-470B7493F6AD}" destId="{7DDE1DF1-46D6-284F-9CD0-81C04DA87096}" srcOrd="0" destOrd="0" presId="urn:microsoft.com/office/officeart/2016/7/layout/RepeatingBendingProcessNew"/>
    <dgm:cxn modelId="{1AEB4897-3E32-BC45-8DA6-CAE756B3A74E}" type="presParOf" srcId="{1328862F-756F-1946-B0F7-5C81AD7AD2AC}" destId="{7173AF1F-821F-D746-BCBE-458C8A42DEEF}" srcOrd="8" destOrd="0" presId="urn:microsoft.com/office/officeart/2016/7/layout/RepeatingBendingProcessNew"/>
    <dgm:cxn modelId="{5FFF5885-2DCA-F840-86DF-B797493475DE}" type="presParOf" srcId="{1328862F-756F-1946-B0F7-5C81AD7AD2AC}" destId="{8FA55E24-A5C2-D249-8B51-6DA072979064}" srcOrd="9" destOrd="0" presId="urn:microsoft.com/office/officeart/2016/7/layout/RepeatingBendingProcessNew"/>
    <dgm:cxn modelId="{3A5A19C6-5BA2-0442-9E2D-35622EDF60AC}" type="presParOf" srcId="{8FA55E24-A5C2-D249-8B51-6DA072979064}" destId="{C82EFE39-CEE4-2C46-886B-A91C54D69C7B}" srcOrd="0" destOrd="0" presId="urn:microsoft.com/office/officeart/2016/7/layout/RepeatingBendingProcessNew"/>
    <dgm:cxn modelId="{5E4330B9-A97E-6D4A-98A1-321C868F8D1F}" type="presParOf" srcId="{1328862F-756F-1946-B0F7-5C81AD7AD2AC}" destId="{414E1D9C-FCA6-3C4A-AE90-7AFD59029750}" srcOrd="10" destOrd="0" presId="urn:microsoft.com/office/officeart/2016/7/layout/RepeatingBendingProcessNew"/>
    <dgm:cxn modelId="{264089D8-1FB8-D04A-8725-C117D891623A}" type="presParOf" srcId="{1328862F-756F-1946-B0F7-5C81AD7AD2AC}" destId="{70AE6065-5B57-F145-9718-5DCDB0C48597}" srcOrd="11" destOrd="0" presId="urn:microsoft.com/office/officeart/2016/7/layout/RepeatingBendingProcessNew"/>
    <dgm:cxn modelId="{E5BDE0E3-2D24-1C48-8F26-6B566E3B9B34}" type="presParOf" srcId="{70AE6065-5B57-F145-9718-5DCDB0C48597}" destId="{C9BB59FA-4A7D-874F-B824-B19537639BD1}" srcOrd="0" destOrd="0" presId="urn:microsoft.com/office/officeart/2016/7/layout/RepeatingBendingProcessNew"/>
    <dgm:cxn modelId="{2A434F6E-6A80-E242-AE7B-EEA069CDB02C}" type="presParOf" srcId="{1328862F-756F-1946-B0F7-5C81AD7AD2AC}" destId="{B787C1CF-482F-6F4E-BA06-F0EDAAC76D68}" srcOrd="12" destOrd="0" presId="urn:microsoft.com/office/officeart/2016/7/layout/RepeatingBendingProcessNew"/>
    <dgm:cxn modelId="{ADF6C8B3-AE9D-2F47-8D65-25ABFFFB4D48}" type="presParOf" srcId="{1328862F-756F-1946-B0F7-5C81AD7AD2AC}" destId="{2F4795D0-CF38-CB4F-B2D0-D7BF341A0162}" srcOrd="13" destOrd="0" presId="urn:microsoft.com/office/officeart/2016/7/layout/RepeatingBendingProcessNew"/>
    <dgm:cxn modelId="{2ED339F3-C3AD-3F47-AAD0-4AA294B3DE0B}" type="presParOf" srcId="{2F4795D0-CF38-CB4F-B2D0-D7BF341A0162}" destId="{EA214D5B-5C3C-6F49-8E15-D644BE8777B1}" srcOrd="0" destOrd="0" presId="urn:microsoft.com/office/officeart/2016/7/layout/RepeatingBendingProcessNew"/>
    <dgm:cxn modelId="{8ADCF0F7-51C0-444A-BF44-8BFD49A1D8EC}" type="presParOf" srcId="{1328862F-756F-1946-B0F7-5C81AD7AD2AC}" destId="{68B2D7A1-E9AA-7B44-BB80-B3A5A345D0EE}" srcOrd="14" destOrd="0" presId="urn:microsoft.com/office/officeart/2016/7/layout/RepeatingBendingProcessNew"/>
    <dgm:cxn modelId="{CF451E4A-E7EF-824E-BC1F-02405159F22A}" type="presParOf" srcId="{1328862F-756F-1946-B0F7-5C81AD7AD2AC}" destId="{07CF6650-F40D-774C-8180-8500A6FEAE99}" srcOrd="15" destOrd="0" presId="urn:microsoft.com/office/officeart/2016/7/layout/RepeatingBendingProcessNew"/>
    <dgm:cxn modelId="{45F9D05E-206A-944A-834B-9B1526B6C20A}" type="presParOf" srcId="{07CF6650-F40D-774C-8180-8500A6FEAE99}" destId="{EF31B181-35A0-3E46-9DFA-8E095BB1A580}" srcOrd="0" destOrd="0" presId="urn:microsoft.com/office/officeart/2016/7/layout/RepeatingBendingProcessNew"/>
    <dgm:cxn modelId="{7845C22D-8545-744E-BE47-5EB016760217}" type="presParOf" srcId="{1328862F-756F-1946-B0F7-5C81AD7AD2AC}" destId="{5DC386EF-3416-D248-BB41-E9704623FE4E}" srcOrd="16" destOrd="0" presId="urn:microsoft.com/office/officeart/2016/7/layout/RepeatingBendingProcessNew"/>
    <dgm:cxn modelId="{5C25F692-6561-7842-BBF3-BC6602A100E4}" type="presParOf" srcId="{1328862F-756F-1946-B0F7-5C81AD7AD2AC}" destId="{484F20A7-0F6D-594E-AB5D-31B097FE85F1}" srcOrd="17" destOrd="0" presId="urn:microsoft.com/office/officeart/2016/7/layout/RepeatingBendingProcessNew"/>
    <dgm:cxn modelId="{F3E90689-33CB-A642-9B38-C83BA34D1582}" type="presParOf" srcId="{484F20A7-0F6D-594E-AB5D-31B097FE85F1}" destId="{822F99B6-1DB4-CC4A-9F54-EED3766D6D60}" srcOrd="0" destOrd="0" presId="urn:microsoft.com/office/officeart/2016/7/layout/RepeatingBendingProcessNew"/>
    <dgm:cxn modelId="{795F7BC2-6D01-294F-B3F9-A382AFA55C50}" type="presParOf" srcId="{1328862F-756F-1946-B0F7-5C81AD7AD2AC}" destId="{32F93A21-5EC2-CC42-B106-F15DADDB1EDA}" srcOrd="18" destOrd="0" presId="urn:microsoft.com/office/officeart/2016/7/layout/RepeatingBendingProcessNew"/>
    <dgm:cxn modelId="{BB695532-F254-1E42-8A14-4EAA7B4F3039}" type="presParOf" srcId="{1328862F-756F-1946-B0F7-5C81AD7AD2AC}" destId="{A7F0EB10-32F3-EF42-83B0-57F99A542DB2}" srcOrd="19" destOrd="0" presId="urn:microsoft.com/office/officeart/2016/7/layout/RepeatingBendingProcessNew"/>
    <dgm:cxn modelId="{7B0448D8-0F8F-3249-8D5E-CD1138F9BD40}" type="presParOf" srcId="{A7F0EB10-32F3-EF42-83B0-57F99A542DB2}" destId="{D8D20B37-7C24-544F-AE5A-4B1B9973B7F5}" srcOrd="0" destOrd="0" presId="urn:microsoft.com/office/officeart/2016/7/layout/RepeatingBendingProcessNew"/>
    <dgm:cxn modelId="{5E569B47-6CFB-1B44-80D7-769B42D3C51E}" type="presParOf" srcId="{1328862F-756F-1946-B0F7-5C81AD7AD2AC}" destId="{B90874E9-F197-984D-AE48-1BD9C8F7BA14}" srcOrd="20" destOrd="0" presId="urn:microsoft.com/office/officeart/2016/7/layout/RepeatingBendingProcessNew"/>
    <dgm:cxn modelId="{F76F0793-C992-154A-A599-CC69A49FCBF6}" type="presParOf" srcId="{1328862F-756F-1946-B0F7-5C81AD7AD2AC}" destId="{7CA9C400-4C73-404A-82F1-687974E6463C}" srcOrd="21" destOrd="0" presId="urn:microsoft.com/office/officeart/2016/7/layout/RepeatingBendingProcessNew"/>
    <dgm:cxn modelId="{B802E54C-0DE6-0F40-ACF2-A6AFD2C2B6A9}" type="presParOf" srcId="{7CA9C400-4C73-404A-82F1-687974E6463C}" destId="{B0B49126-125D-144E-9FCF-4D31414A538D}" srcOrd="0" destOrd="0" presId="urn:microsoft.com/office/officeart/2016/7/layout/RepeatingBendingProcessNew"/>
    <dgm:cxn modelId="{F0E61E24-EDC4-2948-9001-5E5BAC162575}" type="presParOf" srcId="{1328862F-756F-1946-B0F7-5C81AD7AD2AC}" destId="{D8BFC99B-5577-7E48-93ED-7AE99366BC38}" srcOrd="22" destOrd="0" presId="urn:microsoft.com/office/officeart/2016/7/layout/RepeatingBendingProcessNew"/>
    <dgm:cxn modelId="{8548DC2A-4667-8D4C-9839-939FD3A0C711}" type="presParOf" srcId="{1328862F-756F-1946-B0F7-5C81AD7AD2AC}" destId="{918D1E11-E02A-3344-AAE7-140681829DAF}" srcOrd="23" destOrd="0" presId="urn:microsoft.com/office/officeart/2016/7/layout/RepeatingBendingProcessNew"/>
    <dgm:cxn modelId="{1A3F7801-13B3-BB44-865D-C012A28A9676}" type="presParOf" srcId="{918D1E11-E02A-3344-AAE7-140681829DAF}" destId="{0409CA38-CF9D-784B-B6EE-AF6284B1EB3B}" srcOrd="0" destOrd="0" presId="urn:microsoft.com/office/officeart/2016/7/layout/RepeatingBendingProcessNew"/>
    <dgm:cxn modelId="{7AD11540-DDB9-BD49-BBD7-114D5AB9D632}" type="presParOf" srcId="{1328862F-756F-1946-B0F7-5C81AD7AD2AC}" destId="{44DE5261-9D7A-7C4B-A004-1003CAE0417A}" srcOrd="2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15B1D1-328F-4056-945E-EDF3E8F52C3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3357C6-562E-4832-9730-CCE599D51CE6}">
      <dgm:prSet/>
      <dgm:spPr/>
      <dgm:t>
        <a:bodyPr/>
        <a:lstStyle/>
        <a:p>
          <a:r>
            <a:rPr lang="en-US"/>
            <a:t>Raw BTS data</a:t>
          </a:r>
        </a:p>
      </dgm:t>
    </dgm:pt>
    <dgm:pt modelId="{F27D057B-AF07-4641-A643-05DF9EED3682}" type="parTrans" cxnId="{710CC8A8-105E-4100-84CF-1F5306E64352}">
      <dgm:prSet/>
      <dgm:spPr/>
      <dgm:t>
        <a:bodyPr/>
        <a:lstStyle/>
        <a:p>
          <a:endParaRPr lang="en-US"/>
        </a:p>
      </dgm:t>
    </dgm:pt>
    <dgm:pt modelId="{63DC0F49-3D87-4209-9BEF-40AE60678DFE}" type="sibTrans" cxnId="{710CC8A8-105E-4100-84CF-1F5306E64352}">
      <dgm:prSet/>
      <dgm:spPr/>
      <dgm:t>
        <a:bodyPr/>
        <a:lstStyle/>
        <a:p>
          <a:endParaRPr lang="en-US"/>
        </a:p>
      </dgm:t>
    </dgm:pt>
    <dgm:pt modelId="{6E224A82-3A66-464F-94E0-0543B64F0037}">
      <dgm:prSet/>
      <dgm:spPr/>
      <dgm:t>
        <a:bodyPr/>
        <a:lstStyle/>
        <a:p>
          <a:r>
            <a:rPr lang="en-US" dirty="0"/>
            <a:t>1NF: Atomic values and one value per field</a:t>
          </a:r>
        </a:p>
      </dgm:t>
    </dgm:pt>
    <dgm:pt modelId="{ECBDC101-7A97-420C-ADA6-8CB5ADB89BE8}" type="parTrans" cxnId="{7ADF1CD3-6E89-41A1-8F2D-CECD3E5653AC}">
      <dgm:prSet/>
      <dgm:spPr/>
      <dgm:t>
        <a:bodyPr/>
        <a:lstStyle/>
        <a:p>
          <a:endParaRPr lang="en-US"/>
        </a:p>
      </dgm:t>
    </dgm:pt>
    <dgm:pt modelId="{BCACD1DB-29B8-45B8-ADB9-A2C94059BD6F}" type="sibTrans" cxnId="{7ADF1CD3-6E89-41A1-8F2D-CECD3E5653AC}">
      <dgm:prSet/>
      <dgm:spPr/>
      <dgm:t>
        <a:bodyPr/>
        <a:lstStyle/>
        <a:p>
          <a:endParaRPr lang="en-US"/>
        </a:p>
      </dgm:t>
    </dgm:pt>
    <dgm:pt modelId="{36F1699A-BE5C-4340-BA1C-D4155EC993C6}">
      <dgm:prSet/>
      <dgm:spPr/>
      <dgm:t>
        <a:bodyPr/>
        <a:lstStyle/>
        <a:p>
          <a:r>
            <a:rPr lang="en-US"/>
            <a:t>2NF: Separate flights, routes, airlines, airports, and performance</a:t>
          </a:r>
        </a:p>
      </dgm:t>
    </dgm:pt>
    <dgm:pt modelId="{88808FE3-254A-4473-8D41-1717C5F579B7}" type="parTrans" cxnId="{130684E2-0E5F-4304-9D72-4026641DE042}">
      <dgm:prSet/>
      <dgm:spPr/>
      <dgm:t>
        <a:bodyPr/>
        <a:lstStyle/>
        <a:p>
          <a:endParaRPr lang="en-US"/>
        </a:p>
      </dgm:t>
    </dgm:pt>
    <dgm:pt modelId="{EBE40365-0C08-4562-9D35-5D423DEACA8C}" type="sibTrans" cxnId="{130684E2-0E5F-4304-9D72-4026641DE042}">
      <dgm:prSet/>
      <dgm:spPr/>
      <dgm:t>
        <a:bodyPr/>
        <a:lstStyle/>
        <a:p>
          <a:endParaRPr lang="en-US"/>
        </a:p>
      </dgm:t>
    </dgm:pt>
    <dgm:pt modelId="{F5BF5A30-484B-46A9-AF88-7FC38008BE07}">
      <dgm:prSet/>
      <dgm:spPr/>
      <dgm:t>
        <a:bodyPr/>
        <a:lstStyle/>
        <a:p>
          <a:r>
            <a:rPr lang="en-US"/>
            <a:t>3NF: Separate states, names, delay types, and cancellation reasons</a:t>
          </a:r>
        </a:p>
      </dgm:t>
    </dgm:pt>
    <dgm:pt modelId="{19C2EFE0-E4CD-451A-8231-5225F433A4BE}" type="parTrans" cxnId="{F0A4933D-7E1C-4EFD-8909-03A243F40FB9}">
      <dgm:prSet/>
      <dgm:spPr/>
      <dgm:t>
        <a:bodyPr/>
        <a:lstStyle/>
        <a:p>
          <a:endParaRPr lang="en-US"/>
        </a:p>
      </dgm:t>
    </dgm:pt>
    <dgm:pt modelId="{2AE429EB-795F-47C5-BD9E-25C073833FBD}" type="sibTrans" cxnId="{F0A4933D-7E1C-4EFD-8909-03A243F40FB9}">
      <dgm:prSet/>
      <dgm:spPr/>
      <dgm:t>
        <a:bodyPr/>
        <a:lstStyle/>
        <a:p>
          <a:endParaRPr lang="en-US"/>
        </a:p>
      </dgm:t>
    </dgm:pt>
    <dgm:pt modelId="{9567BFC0-F38A-1D46-A3F2-1A22E045AC1B}" type="pres">
      <dgm:prSet presAssocID="{7F15B1D1-328F-4056-945E-EDF3E8F52C31}" presName="outerComposite" presStyleCnt="0">
        <dgm:presLayoutVars>
          <dgm:chMax val="5"/>
          <dgm:dir/>
          <dgm:resizeHandles val="exact"/>
        </dgm:presLayoutVars>
      </dgm:prSet>
      <dgm:spPr/>
    </dgm:pt>
    <dgm:pt modelId="{C2FAFA6C-B7F9-594D-97C4-87B1C61E8A33}" type="pres">
      <dgm:prSet presAssocID="{7F15B1D1-328F-4056-945E-EDF3E8F52C31}" presName="dummyMaxCanvas" presStyleCnt="0">
        <dgm:presLayoutVars/>
      </dgm:prSet>
      <dgm:spPr/>
    </dgm:pt>
    <dgm:pt modelId="{626FF892-08E6-F343-861C-59BB1B9BED58}" type="pres">
      <dgm:prSet presAssocID="{7F15B1D1-328F-4056-945E-EDF3E8F52C31}" presName="FourNodes_1" presStyleLbl="node1" presStyleIdx="0" presStyleCnt="4">
        <dgm:presLayoutVars>
          <dgm:bulletEnabled val="1"/>
        </dgm:presLayoutVars>
      </dgm:prSet>
      <dgm:spPr/>
    </dgm:pt>
    <dgm:pt modelId="{77135F7D-1E67-3143-A430-254ECC628305}" type="pres">
      <dgm:prSet presAssocID="{7F15B1D1-328F-4056-945E-EDF3E8F52C31}" presName="FourNodes_2" presStyleLbl="node1" presStyleIdx="1" presStyleCnt="4">
        <dgm:presLayoutVars>
          <dgm:bulletEnabled val="1"/>
        </dgm:presLayoutVars>
      </dgm:prSet>
      <dgm:spPr/>
    </dgm:pt>
    <dgm:pt modelId="{7406985D-D0C2-9F4A-8FCC-29D64EFC591D}" type="pres">
      <dgm:prSet presAssocID="{7F15B1D1-328F-4056-945E-EDF3E8F52C31}" presName="FourNodes_3" presStyleLbl="node1" presStyleIdx="2" presStyleCnt="4">
        <dgm:presLayoutVars>
          <dgm:bulletEnabled val="1"/>
        </dgm:presLayoutVars>
      </dgm:prSet>
      <dgm:spPr/>
    </dgm:pt>
    <dgm:pt modelId="{8D67A27C-EDC1-A442-B907-581D684E384E}" type="pres">
      <dgm:prSet presAssocID="{7F15B1D1-328F-4056-945E-EDF3E8F52C31}" presName="FourNodes_4" presStyleLbl="node1" presStyleIdx="3" presStyleCnt="4">
        <dgm:presLayoutVars>
          <dgm:bulletEnabled val="1"/>
        </dgm:presLayoutVars>
      </dgm:prSet>
      <dgm:spPr/>
    </dgm:pt>
    <dgm:pt modelId="{B63453D0-9A06-7F40-A34D-A1FC9014DA49}" type="pres">
      <dgm:prSet presAssocID="{7F15B1D1-328F-4056-945E-EDF3E8F52C31}" presName="FourConn_1-2" presStyleLbl="fgAccFollowNode1" presStyleIdx="0" presStyleCnt="3">
        <dgm:presLayoutVars>
          <dgm:bulletEnabled val="1"/>
        </dgm:presLayoutVars>
      </dgm:prSet>
      <dgm:spPr/>
    </dgm:pt>
    <dgm:pt modelId="{19D9BDEF-43E7-8D4F-B0EF-361FE34C6EEA}" type="pres">
      <dgm:prSet presAssocID="{7F15B1D1-328F-4056-945E-EDF3E8F52C31}" presName="FourConn_2-3" presStyleLbl="fgAccFollowNode1" presStyleIdx="1" presStyleCnt="3">
        <dgm:presLayoutVars>
          <dgm:bulletEnabled val="1"/>
        </dgm:presLayoutVars>
      </dgm:prSet>
      <dgm:spPr/>
    </dgm:pt>
    <dgm:pt modelId="{50996FB7-79CE-C94E-B5CF-647A0C0F5498}" type="pres">
      <dgm:prSet presAssocID="{7F15B1D1-328F-4056-945E-EDF3E8F52C31}" presName="FourConn_3-4" presStyleLbl="fgAccFollowNode1" presStyleIdx="2" presStyleCnt="3">
        <dgm:presLayoutVars>
          <dgm:bulletEnabled val="1"/>
        </dgm:presLayoutVars>
      </dgm:prSet>
      <dgm:spPr/>
    </dgm:pt>
    <dgm:pt modelId="{68CA0E6B-C0D7-9343-BA59-4DFA16CCCB17}" type="pres">
      <dgm:prSet presAssocID="{7F15B1D1-328F-4056-945E-EDF3E8F52C31}" presName="FourNodes_1_text" presStyleLbl="node1" presStyleIdx="3" presStyleCnt="4">
        <dgm:presLayoutVars>
          <dgm:bulletEnabled val="1"/>
        </dgm:presLayoutVars>
      </dgm:prSet>
      <dgm:spPr/>
    </dgm:pt>
    <dgm:pt modelId="{4020432F-C537-1D4C-884F-9F880D64038D}" type="pres">
      <dgm:prSet presAssocID="{7F15B1D1-328F-4056-945E-EDF3E8F52C31}" presName="FourNodes_2_text" presStyleLbl="node1" presStyleIdx="3" presStyleCnt="4">
        <dgm:presLayoutVars>
          <dgm:bulletEnabled val="1"/>
        </dgm:presLayoutVars>
      </dgm:prSet>
      <dgm:spPr/>
    </dgm:pt>
    <dgm:pt modelId="{9A33145D-86D0-BD47-B99D-6AE5DAB9BD3B}" type="pres">
      <dgm:prSet presAssocID="{7F15B1D1-328F-4056-945E-EDF3E8F52C31}" presName="FourNodes_3_text" presStyleLbl="node1" presStyleIdx="3" presStyleCnt="4">
        <dgm:presLayoutVars>
          <dgm:bulletEnabled val="1"/>
        </dgm:presLayoutVars>
      </dgm:prSet>
      <dgm:spPr/>
    </dgm:pt>
    <dgm:pt modelId="{CC45FFD8-E8E2-BD42-AE7D-FB02E7D869F0}" type="pres">
      <dgm:prSet presAssocID="{7F15B1D1-328F-4056-945E-EDF3E8F52C3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4DAB92C-1B01-E646-90B6-AA42D22BCEF7}" type="presOf" srcId="{F5BF5A30-484B-46A9-AF88-7FC38008BE07}" destId="{8D67A27C-EDC1-A442-B907-581D684E384E}" srcOrd="0" destOrd="0" presId="urn:microsoft.com/office/officeart/2005/8/layout/vProcess5"/>
    <dgm:cxn modelId="{BFE9DB39-6062-A049-8D8F-27EDF38FA71B}" type="presOf" srcId="{6B3357C6-562E-4832-9730-CCE599D51CE6}" destId="{68CA0E6B-C0D7-9343-BA59-4DFA16CCCB17}" srcOrd="1" destOrd="0" presId="urn:microsoft.com/office/officeart/2005/8/layout/vProcess5"/>
    <dgm:cxn modelId="{F0A4933D-7E1C-4EFD-8909-03A243F40FB9}" srcId="{7F15B1D1-328F-4056-945E-EDF3E8F52C31}" destId="{F5BF5A30-484B-46A9-AF88-7FC38008BE07}" srcOrd="3" destOrd="0" parTransId="{19C2EFE0-E4CD-451A-8231-5225F433A4BE}" sibTransId="{2AE429EB-795F-47C5-BD9E-25C073833FBD}"/>
    <dgm:cxn modelId="{2E840E4F-238F-BF48-9779-4B117DBBA4A4}" type="presOf" srcId="{6E224A82-3A66-464F-94E0-0543B64F0037}" destId="{4020432F-C537-1D4C-884F-9F880D64038D}" srcOrd="1" destOrd="0" presId="urn:microsoft.com/office/officeart/2005/8/layout/vProcess5"/>
    <dgm:cxn modelId="{639F9668-5ADC-EF40-AE4C-635FF2A15490}" type="presOf" srcId="{7F15B1D1-328F-4056-945E-EDF3E8F52C31}" destId="{9567BFC0-F38A-1D46-A3F2-1A22E045AC1B}" srcOrd="0" destOrd="0" presId="urn:microsoft.com/office/officeart/2005/8/layout/vProcess5"/>
    <dgm:cxn modelId="{2C250F6A-342C-7D47-B27B-D77BB899B618}" type="presOf" srcId="{63DC0F49-3D87-4209-9BEF-40AE60678DFE}" destId="{B63453D0-9A06-7F40-A34D-A1FC9014DA49}" srcOrd="0" destOrd="0" presId="urn:microsoft.com/office/officeart/2005/8/layout/vProcess5"/>
    <dgm:cxn modelId="{C43C9679-34A7-E741-AD7B-D5FA554DED27}" type="presOf" srcId="{EBE40365-0C08-4562-9D35-5D423DEACA8C}" destId="{50996FB7-79CE-C94E-B5CF-647A0C0F5498}" srcOrd="0" destOrd="0" presId="urn:microsoft.com/office/officeart/2005/8/layout/vProcess5"/>
    <dgm:cxn modelId="{FE0D147E-FACF-AA4D-B37B-CD0D83DBEAC6}" type="presOf" srcId="{6B3357C6-562E-4832-9730-CCE599D51CE6}" destId="{626FF892-08E6-F343-861C-59BB1B9BED58}" srcOrd="0" destOrd="0" presId="urn:microsoft.com/office/officeart/2005/8/layout/vProcess5"/>
    <dgm:cxn modelId="{45F47187-B9C5-2E4A-BB75-260744BA8B42}" type="presOf" srcId="{BCACD1DB-29B8-45B8-ADB9-A2C94059BD6F}" destId="{19D9BDEF-43E7-8D4F-B0EF-361FE34C6EEA}" srcOrd="0" destOrd="0" presId="urn:microsoft.com/office/officeart/2005/8/layout/vProcess5"/>
    <dgm:cxn modelId="{710CC8A8-105E-4100-84CF-1F5306E64352}" srcId="{7F15B1D1-328F-4056-945E-EDF3E8F52C31}" destId="{6B3357C6-562E-4832-9730-CCE599D51CE6}" srcOrd="0" destOrd="0" parTransId="{F27D057B-AF07-4641-A643-05DF9EED3682}" sibTransId="{63DC0F49-3D87-4209-9BEF-40AE60678DFE}"/>
    <dgm:cxn modelId="{7ADF1CD3-6E89-41A1-8F2D-CECD3E5653AC}" srcId="{7F15B1D1-328F-4056-945E-EDF3E8F52C31}" destId="{6E224A82-3A66-464F-94E0-0543B64F0037}" srcOrd="1" destOrd="0" parTransId="{ECBDC101-7A97-420C-ADA6-8CB5ADB89BE8}" sibTransId="{BCACD1DB-29B8-45B8-ADB9-A2C94059BD6F}"/>
    <dgm:cxn modelId="{130684E2-0E5F-4304-9D72-4026641DE042}" srcId="{7F15B1D1-328F-4056-945E-EDF3E8F52C31}" destId="{36F1699A-BE5C-4340-BA1C-D4155EC993C6}" srcOrd="2" destOrd="0" parTransId="{88808FE3-254A-4473-8D41-1717C5F579B7}" sibTransId="{EBE40365-0C08-4562-9D35-5D423DEACA8C}"/>
    <dgm:cxn modelId="{2B4C7DF4-555C-664B-B9E9-70BB675D73CF}" type="presOf" srcId="{F5BF5A30-484B-46A9-AF88-7FC38008BE07}" destId="{CC45FFD8-E8E2-BD42-AE7D-FB02E7D869F0}" srcOrd="1" destOrd="0" presId="urn:microsoft.com/office/officeart/2005/8/layout/vProcess5"/>
    <dgm:cxn modelId="{20A2FEF5-8F26-1C4E-B539-28F36398F1F3}" type="presOf" srcId="{36F1699A-BE5C-4340-BA1C-D4155EC993C6}" destId="{9A33145D-86D0-BD47-B99D-6AE5DAB9BD3B}" srcOrd="1" destOrd="0" presId="urn:microsoft.com/office/officeart/2005/8/layout/vProcess5"/>
    <dgm:cxn modelId="{E2F01EFA-3C78-B748-9304-19D4F6FA09AE}" type="presOf" srcId="{36F1699A-BE5C-4340-BA1C-D4155EC993C6}" destId="{7406985D-D0C2-9F4A-8FCC-29D64EFC591D}" srcOrd="0" destOrd="0" presId="urn:microsoft.com/office/officeart/2005/8/layout/vProcess5"/>
    <dgm:cxn modelId="{95DF30FB-601C-CE46-B6AA-D9450219DB42}" type="presOf" srcId="{6E224A82-3A66-464F-94E0-0543B64F0037}" destId="{77135F7D-1E67-3143-A430-254ECC628305}" srcOrd="0" destOrd="0" presId="urn:microsoft.com/office/officeart/2005/8/layout/vProcess5"/>
    <dgm:cxn modelId="{966FFE64-0634-7B47-904A-6E2441D9AA05}" type="presParOf" srcId="{9567BFC0-F38A-1D46-A3F2-1A22E045AC1B}" destId="{C2FAFA6C-B7F9-594D-97C4-87B1C61E8A33}" srcOrd="0" destOrd="0" presId="urn:microsoft.com/office/officeart/2005/8/layout/vProcess5"/>
    <dgm:cxn modelId="{ACCD2343-1479-3C47-A9E3-898367080E67}" type="presParOf" srcId="{9567BFC0-F38A-1D46-A3F2-1A22E045AC1B}" destId="{626FF892-08E6-F343-861C-59BB1B9BED58}" srcOrd="1" destOrd="0" presId="urn:microsoft.com/office/officeart/2005/8/layout/vProcess5"/>
    <dgm:cxn modelId="{363CABFE-3AEE-B447-BC18-EF58CB80B0AC}" type="presParOf" srcId="{9567BFC0-F38A-1D46-A3F2-1A22E045AC1B}" destId="{77135F7D-1E67-3143-A430-254ECC628305}" srcOrd="2" destOrd="0" presId="urn:microsoft.com/office/officeart/2005/8/layout/vProcess5"/>
    <dgm:cxn modelId="{998F6BDE-2AB3-AF45-985B-FEA251799401}" type="presParOf" srcId="{9567BFC0-F38A-1D46-A3F2-1A22E045AC1B}" destId="{7406985D-D0C2-9F4A-8FCC-29D64EFC591D}" srcOrd="3" destOrd="0" presId="urn:microsoft.com/office/officeart/2005/8/layout/vProcess5"/>
    <dgm:cxn modelId="{59D3A9DC-D402-224F-82AD-8D77BCFBF1F6}" type="presParOf" srcId="{9567BFC0-F38A-1D46-A3F2-1A22E045AC1B}" destId="{8D67A27C-EDC1-A442-B907-581D684E384E}" srcOrd="4" destOrd="0" presId="urn:microsoft.com/office/officeart/2005/8/layout/vProcess5"/>
    <dgm:cxn modelId="{68D10BCA-8C24-CE40-AA35-69EB68A70C65}" type="presParOf" srcId="{9567BFC0-F38A-1D46-A3F2-1A22E045AC1B}" destId="{B63453D0-9A06-7F40-A34D-A1FC9014DA49}" srcOrd="5" destOrd="0" presId="urn:microsoft.com/office/officeart/2005/8/layout/vProcess5"/>
    <dgm:cxn modelId="{8669B95A-E9D0-AB4A-A54D-2D4B9793CF4E}" type="presParOf" srcId="{9567BFC0-F38A-1D46-A3F2-1A22E045AC1B}" destId="{19D9BDEF-43E7-8D4F-B0EF-361FE34C6EEA}" srcOrd="6" destOrd="0" presId="urn:microsoft.com/office/officeart/2005/8/layout/vProcess5"/>
    <dgm:cxn modelId="{9D1A29E4-F6AB-8B44-9D46-377A2A0C250F}" type="presParOf" srcId="{9567BFC0-F38A-1D46-A3F2-1A22E045AC1B}" destId="{50996FB7-79CE-C94E-B5CF-647A0C0F5498}" srcOrd="7" destOrd="0" presId="urn:microsoft.com/office/officeart/2005/8/layout/vProcess5"/>
    <dgm:cxn modelId="{9FD6686F-9098-5C45-9558-F8CF92BC2891}" type="presParOf" srcId="{9567BFC0-F38A-1D46-A3F2-1A22E045AC1B}" destId="{68CA0E6B-C0D7-9343-BA59-4DFA16CCCB17}" srcOrd="8" destOrd="0" presId="urn:microsoft.com/office/officeart/2005/8/layout/vProcess5"/>
    <dgm:cxn modelId="{A3D1D92D-3CAF-9246-9AA5-A1279A6956F5}" type="presParOf" srcId="{9567BFC0-F38A-1D46-A3F2-1A22E045AC1B}" destId="{4020432F-C537-1D4C-884F-9F880D64038D}" srcOrd="9" destOrd="0" presId="urn:microsoft.com/office/officeart/2005/8/layout/vProcess5"/>
    <dgm:cxn modelId="{7F3413D3-519B-864B-B7DB-12CD86BF946C}" type="presParOf" srcId="{9567BFC0-F38A-1D46-A3F2-1A22E045AC1B}" destId="{9A33145D-86D0-BD47-B99D-6AE5DAB9BD3B}" srcOrd="10" destOrd="0" presId="urn:microsoft.com/office/officeart/2005/8/layout/vProcess5"/>
    <dgm:cxn modelId="{4D440EC7-2AA6-BA4D-A4C9-86D530CACF82}" type="presParOf" srcId="{9567BFC0-F38A-1D46-A3F2-1A22E045AC1B}" destId="{CC45FFD8-E8E2-BD42-AE7D-FB02E7D869F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E1D9A-016F-844A-81F2-772D66AAE09A}">
      <dsp:nvSpPr>
        <dsp:cNvPr id="0" name=""/>
        <dsp:cNvSpPr/>
      </dsp:nvSpPr>
      <dsp:spPr>
        <a:xfrm>
          <a:off x="1398754" y="37132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34174" y="415452"/>
        <a:ext cx="15865" cy="3176"/>
      </dsp:txXfrm>
    </dsp:sp>
    <dsp:sp modelId="{CC207ED9-632B-454D-82D1-01393BFDCFB6}">
      <dsp:nvSpPr>
        <dsp:cNvPr id="0" name=""/>
        <dsp:cNvSpPr/>
      </dsp:nvSpPr>
      <dsp:spPr>
        <a:xfrm>
          <a:off x="20964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TimePeriod</a:t>
          </a:r>
        </a:p>
      </dsp:txBody>
      <dsp:txXfrm>
        <a:off x="20964" y="3163"/>
        <a:ext cx="1379590" cy="827754"/>
      </dsp:txXfrm>
    </dsp:sp>
    <dsp:sp modelId="{CC77019D-13C5-D945-B85C-49A657E9B3B7}">
      <dsp:nvSpPr>
        <dsp:cNvPr id="0" name=""/>
        <dsp:cNvSpPr/>
      </dsp:nvSpPr>
      <dsp:spPr>
        <a:xfrm>
          <a:off x="3095650" y="37132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1070" y="415452"/>
        <a:ext cx="15865" cy="3176"/>
      </dsp:txXfrm>
    </dsp:sp>
    <dsp:sp modelId="{5B3D23EC-E8CD-D643-A77D-AE931655DD90}">
      <dsp:nvSpPr>
        <dsp:cNvPr id="0" name=""/>
        <dsp:cNvSpPr/>
      </dsp:nvSpPr>
      <dsp:spPr>
        <a:xfrm>
          <a:off x="1717860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State</a:t>
          </a:r>
        </a:p>
      </dsp:txBody>
      <dsp:txXfrm>
        <a:off x="1717860" y="3163"/>
        <a:ext cx="1379590" cy="827754"/>
      </dsp:txXfrm>
    </dsp:sp>
    <dsp:sp modelId="{0BA87190-9DCA-CD40-BF7B-57C7EA33181F}">
      <dsp:nvSpPr>
        <dsp:cNvPr id="0" name=""/>
        <dsp:cNvSpPr/>
      </dsp:nvSpPr>
      <dsp:spPr>
        <a:xfrm>
          <a:off x="4792546" y="37132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7966" y="415452"/>
        <a:ext cx="15865" cy="3176"/>
      </dsp:txXfrm>
    </dsp:sp>
    <dsp:sp modelId="{3C957CAE-E830-DF4F-B8D4-DBEB608CBFB3}">
      <dsp:nvSpPr>
        <dsp:cNvPr id="0" name=""/>
        <dsp:cNvSpPr/>
      </dsp:nvSpPr>
      <dsp:spPr>
        <a:xfrm>
          <a:off x="3414756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Airlines</a:t>
          </a:r>
        </a:p>
      </dsp:txBody>
      <dsp:txXfrm>
        <a:off x="3414756" y="3163"/>
        <a:ext cx="1379590" cy="827754"/>
      </dsp:txXfrm>
    </dsp:sp>
    <dsp:sp modelId="{6542DE39-8886-CC4B-B829-470B7493F6AD}">
      <dsp:nvSpPr>
        <dsp:cNvPr id="0" name=""/>
        <dsp:cNvSpPr/>
      </dsp:nvSpPr>
      <dsp:spPr>
        <a:xfrm>
          <a:off x="6489441" y="37132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24862" y="415452"/>
        <a:ext cx="15865" cy="3176"/>
      </dsp:txXfrm>
    </dsp:sp>
    <dsp:sp modelId="{D766C5E3-14C5-7944-88C2-38A929B06E47}">
      <dsp:nvSpPr>
        <dsp:cNvPr id="0" name=""/>
        <dsp:cNvSpPr/>
      </dsp:nvSpPr>
      <dsp:spPr>
        <a:xfrm>
          <a:off x="5111651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AirlineNames</a:t>
          </a:r>
        </a:p>
      </dsp:txBody>
      <dsp:txXfrm>
        <a:off x="5111651" y="3163"/>
        <a:ext cx="1379590" cy="827754"/>
      </dsp:txXfrm>
    </dsp:sp>
    <dsp:sp modelId="{8FA55E24-A5C2-D249-8B51-6DA072979064}">
      <dsp:nvSpPr>
        <dsp:cNvPr id="0" name=""/>
        <dsp:cNvSpPr/>
      </dsp:nvSpPr>
      <dsp:spPr>
        <a:xfrm>
          <a:off x="8186337" y="37132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21758" y="415452"/>
        <a:ext cx="15865" cy="3176"/>
      </dsp:txXfrm>
    </dsp:sp>
    <dsp:sp modelId="{7173AF1F-821F-D746-BCBE-458C8A42DEEF}">
      <dsp:nvSpPr>
        <dsp:cNvPr id="0" name=""/>
        <dsp:cNvSpPr/>
      </dsp:nvSpPr>
      <dsp:spPr>
        <a:xfrm>
          <a:off x="6808547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Airports</a:t>
          </a:r>
        </a:p>
      </dsp:txBody>
      <dsp:txXfrm>
        <a:off x="6808547" y="3163"/>
        <a:ext cx="1379590" cy="827754"/>
      </dsp:txXfrm>
    </dsp:sp>
    <dsp:sp modelId="{70AE6065-5B57-F145-9718-5DCDB0C48597}">
      <dsp:nvSpPr>
        <dsp:cNvPr id="0" name=""/>
        <dsp:cNvSpPr/>
      </dsp:nvSpPr>
      <dsp:spPr>
        <a:xfrm>
          <a:off x="710759" y="829117"/>
          <a:ext cx="8484479" cy="286705"/>
        </a:xfrm>
        <a:custGeom>
          <a:avLst/>
          <a:gdLst/>
          <a:ahLst/>
          <a:cxnLst/>
          <a:rect l="0" t="0" r="0" b="0"/>
          <a:pathLst>
            <a:path>
              <a:moveTo>
                <a:pt x="8484479" y="0"/>
              </a:moveTo>
              <a:lnTo>
                <a:pt x="8484479" y="160452"/>
              </a:lnTo>
              <a:lnTo>
                <a:pt x="0" y="160452"/>
              </a:lnTo>
              <a:lnTo>
                <a:pt x="0" y="28670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40738" y="970882"/>
        <a:ext cx="424520" cy="3176"/>
      </dsp:txXfrm>
    </dsp:sp>
    <dsp:sp modelId="{414E1D9C-FCA6-3C4A-AE90-7AFD59029750}">
      <dsp:nvSpPr>
        <dsp:cNvPr id="0" name=""/>
        <dsp:cNvSpPr/>
      </dsp:nvSpPr>
      <dsp:spPr>
        <a:xfrm>
          <a:off x="8505443" y="316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AirportNames</a:t>
          </a:r>
        </a:p>
      </dsp:txBody>
      <dsp:txXfrm>
        <a:off x="8505443" y="3163"/>
        <a:ext cx="1379590" cy="827754"/>
      </dsp:txXfrm>
    </dsp:sp>
    <dsp:sp modelId="{2F4795D0-CF38-CB4F-B2D0-D7BF341A0162}">
      <dsp:nvSpPr>
        <dsp:cNvPr id="0" name=""/>
        <dsp:cNvSpPr/>
      </dsp:nvSpPr>
      <dsp:spPr>
        <a:xfrm>
          <a:off x="1398754" y="151638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34174" y="1560512"/>
        <a:ext cx="15865" cy="3176"/>
      </dsp:txXfrm>
    </dsp:sp>
    <dsp:sp modelId="{B787C1CF-482F-6F4E-BA06-F0EDAAC76D68}">
      <dsp:nvSpPr>
        <dsp:cNvPr id="0" name=""/>
        <dsp:cNvSpPr/>
      </dsp:nvSpPr>
      <dsp:spPr>
        <a:xfrm>
          <a:off x="20964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Routes</a:t>
          </a:r>
        </a:p>
      </dsp:txBody>
      <dsp:txXfrm>
        <a:off x="20964" y="1148223"/>
        <a:ext cx="1379590" cy="827754"/>
      </dsp:txXfrm>
    </dsp:sp>
    <dsp:sp modelId="{07CF6650-F40D-774C-8180-8500A6FEAE99}">
      <dsp:nvSpPr>
        <dsp:cNvPr id="0" name=""/>
        <dsp:cNvSpPr/>
      </dsp:nvSpPr>
      <dsp:spPr>
        <a:xfrm>
          <a:off x="3095650" y="151638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1070" y="1560512"/>
        <a:ext cx="15865" cy="3176"/>
      </dsp:txXfrm>
    </dsp:sp>
    <dsp:sp modelId="{68B2D7A1-E9AA-7B44-BB80-B3A5A345D0EE}">
      <dsp:nvSpPr>
        <dsp:cNvPr id="0" name=""/>
        <dsp:cNvSpPr/>
      </dsp:nvSpPr>
      <dsp:spPr>
        <a:xfrm>
          <a:off x="1717860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Flights</a:t>
          </a:r>
        </a:p>
      </dsp:txBody>
      <dsp:txXfrm>
        <a:off x="1717860" y="1148223"/>
        <a:ext cx="1379590" cy="827754"/>
      </dsp:txXfrm>
    </dsp:sp>
    <dsp:sp modelId="{484F20A7-0F6D-594E-AB5D-31B097FE85F1}">
      <dsp:nvSpPr>
        <dsp:cNvPr id="0" name=""/>
        <dsp:cNvSpPr/>
      </dsp:nvSpPr>
      <dsp:spPr>
        <a:xfrm>
          <a:off x="4792546" y="151638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7966" y="1560512"/>
        <a:ext cx="15865" cy="3176"/>
      </dsp:txXfrm>
    </dsp:sp>
    <dsp:sp modelId="{5DC386EF-3416-D248-BB41-E9704623FE4E}">
      <dsp:nvSpPr>
        <dsp:cNvPr id="0" name=""/>
        <dsp:cNvSpPr/>
      </dsp:nvSpPr>
      <dsp:spPr>
        <a:xfrm>
          <a:off x="3414756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FlightPerformance</a:t>
          </a:r>
        </a:p>
      </dsp:txBody>
      <dsp:txXfrm>
        <a:off x="3414756" y="1148223"/>
        <a:ext cx="1379590" cy="827754"/>
      </dsp:txXfrm>
    </dsp:sp>
    <dsp:sp modelId="{A7F0EB10-32F3-EF42-83B0-57F99A542DB2}">
      <dsp:nvSpPr>
        <dsp:cNvPr id="0" name=""/>
        <dsp:cNvSpPr/>
      </dsp:nvSpPr>
      <dsp:spPr>
        <a:xfrm>
          <a:off x="6489441" y="151638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24862" y="1560512"/>
        <a:ext cx="15865" cy="3176"/>
      </dsp:txXfrm>
    </dsp:sp>
    <dsp:sp modelId="{32F93A21-5EC2-CC42-B106-F15DADDB1EDA}">
      <dsp:nvSpPr>
        <dsp:cNvPr id="0" name=""/>
        <dsp:cNvSpPr/>
      </dsp:nvSpPr>
      <dsp:spPr>
        <a:xfrm>
          <a:off x="5111651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DelayType</a:t>
          </a:r>
        </a:p>
      </dsp:txBody>
      <dsp:txXfrm>
        <a:off x="5111651" y="1148223"/>
        <a:ext cx="1379590" cy="827754"/>
      </dsp:txXfrm>
    </dsp:sp>
    <dsp:sp modelId="{7CA9C400-4C73-404A-82F1-687974E6463C}">
      <dsp:nvSpPr>
        <dsp:cNvPr id="0" name=""/>
        <dsp:cNvSpPr/>
      </dsp:nvSpPr>
      <dsp:spPr>
        <a:xfrm>
          <a:off x="8186337" y="1516380"/>
          <a:ext cx="2867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670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21758" y="1560512"/>
        <a:ext cx="15865" cy="3176"/>
      </dsp:txXfrm>
    </dsp:sp>
    <dsp:sp modelId="{B90874E9-F197-984D-AE48-1BD9C8F7BA14}">
      <dsp:nvSpPr>
        <dsp:cNvPr id="0" name=""/>
        <dsp:cNvSpPr/>
      </dsp:nvSpPr>
      <dsp:spPr>
        <a:xfrm>
          <a:off x="6808547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FlightDelay</a:t>
          </a:r>
        </a:p>
      </dsp:txBody>
      <dsp:txXfrm>
        <a:off x="6808547" y="1148223"/>
        <a:ext cx="1379590" cy="827754"/>
      </dsp:txXfrm>
    </dsp:sp>
    <dsp:sp modelId="{918D1E11-E02A-3344-AAE7-140681829DAF}">
      <dsp:nvSpPr>
        <dsp:cNvPr id="0" name=""/>
        <dsp:cNvSpPr/>
      </dsp:nvSpPr>
      <dsp:spPr>
        <a:xfrm>
          <a:off x="710759" y="1974177"/>
          <a:ext cx="8484479" cy="286705"/>
        </a:xfrm>
        <a:custGeom>
          <a:avLst/>
          <a:gdLst/>
          <a:ahLst/>
          <a:cxnLst/>
          <a:rect l="0" t="0" r="0" b="0"/>
          <a:pathLst>
            <a:path>
              <a:moveTo>
                <a:pt x="8484479" y="0"/>
              </a:moveTo>
              <a:lnTo>
                <a:pt x="8484479" y="160452"/>
              </a:lnTo>
              <a:lnTo>
                <a:pt x="0" y="160452"/>
              </a:lnTo>
              <a:lnTo>
                <a:pt x="0" y="28670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40738" y="2115942"/>
        <a:ext cx="424520" cy="3176"/>
      </dsp:txXfrm>
    </dsp:sp>
    <dsp:sp modelId="{D8BFC99B-5577-7E48-93ED-7AE99366BC38}">
      <dsp:nvSpPr>
        <dsp:cNvPr id="0" name=""/>
        <dsp:cNvSpPr/>
      </dsp:nvSpPr>
      <dsp:spPr>
        <a:xfrm>
          <a:off x="8505443" y="114822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CancellationReason</a:t>
          </a:r>
        </a:p>
      </dsp:txBody>
      <dsp:txXfrm>
        <a:off x="8505443" y="1148223"/>
        <a:ext cx="1379590" cy="827754"/>
      </dsp:txXfrm>
    </dsp:sp>
    <dsp:sp modelId="{44DE5261-9D7A-7C4B-A004-1003CAE0417A}">
      <dsp:nvSpPr>
        <dsp:cNvPr id="0" name=""/>
        <dsp:cNvSpPr/>
      </dsp:nvSpPr>
      <dsp:spPr>
        <a:xfrm>
          <a:off x="20964" y="2293283"/>
          <a:ext cx="1379590" cy="82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601" tIns="70959" rIns="67601" bIns="70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FlightDiversion</a:t>
          </a:r>
        </a:p>
      </dsp:txBody>
      <dsp:txXfrm>
        <a:off x="20964" y="2293283"/>
        <a:ext cx="1379590" cy="8277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FF892-08E6-F343-861C-59BB1B9BED58}">
      <dsp:nvSpPr>
        <dsp:cNvPr id="0" name=""/>
        <dsp:cNvSpPr/>
      </dsp:nvSpPr>
      <dsp:spPr>
        <a:xfrm>
          <a:off x="0" y="0"/>
          <a:ext cx="7924798" cy="6873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Raw BTS data</a:t>
          </a:r>
        </a:p>
      </dsp:txBody>
      <dsp:txXfrm>
        <a:off x="20131" y="20131"/>
        <a:ext cx="7125043" cy="647062"/>
      </dsp:txXfrm>
    </dsp:sp>
    <dsp:sp modelId="{77135F7D-1E67-3143-A430-254ECC628305}">
      <dsp:nvSpPr>
        <dsp:cNvPr id="0" name=""/>
        <dsp:cNvSpPr/>
      </dsp:nvSpPr>
      <dsp:spPr>
        <a:xfrm>
          <a:off x="663701" y="812292"/>
          <a:ext cx="7924798" cy="6873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1NF: Atomic values and one value per field</a:t>
          </a:r>
        </a:p>
      </dsp:txBody>
      <dsp:txXfrm>
        <a:off x="683832" y="832423"/>
        <a:ext cx="6774073" cy="647062"/>
      </dsp:txXfrm>
    </dsp:sp>
    <dsp:sp modelId="{7406985D-D0C2-9F4A-8FCC-29D64EFC591D}">
      <dsp:nvSpPr>
        <dsp:cNvPr id="0" name=""/>
        <dsp:cNvSpPr/>
      </dsp:nvSpPr>
      <dsp:spPr>
        <a:xfrm>
          <a:off x="1317497" y="1624584"/>
          <a:ext cx="7924798" cy="6873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2NF: Separate flights, routes, airlines, airports, and performance</a:t>
          </a:r>
        </a:p>
      </dsp:txBody>
      <dsp:txXfrm>
        <a:off x="1337628" y="1644715"/>
        <a:ext cx="6783979" cy="647062"/>
      </dsp:txXfrm>
    </dsp:sp>
    <dsp:sp modelId="{8D67A27C-EDC1-A442-B907-581D684E384E}">
      <dsp:nvSpPr>
        <dsp:cNvPr id="0" name=""/>
        <dsp:cNvSpPr/>
      </dsp:nvSpPr>
      <dsp:spPr>
        <a:xfrm>
          <a:off x="1981199" y="2436876"/>
          <a:ext cx="7924798" cy="6873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3NF: Separate states, names, delay types, and cancellation reasons</a:t>
          </a:r>
        </a:p>
      </dsp:txBody>
      <dsp:txXfrm>
        <a:off x="2001330" y="2457007"/>
        <a:ext cx="6774073" cy="647062"/>
      </dsp:txXfrm>
    </dsp:sp>
    <dsp:sp modelId="{B63453D0-9A06-7F40-A34D-A1FC9014DA49}">
      <dsp:nvSpPr>
        <dsp:cNvPr id="0" name=""/>
        <dsp:cNvSpPr/>
      </dsp:nvSpPr>
      <dsp:spPr>
        <a:xfrm>
          <a:off x="7478037" y="526427"/>
          <a:ext cx="446760" cy="4467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578558" y="526427"/>
        <a:ext cx="245718" cy="336187"/>
      </dsp:txXfrm>
    </dsp:sp>
    <dsp:sp modelId="{19D9BDEF-43E7-8D4F-B0EF-361FE34C6EEA}">
      <dsp:nvSpPr>
        <dsp:cNvPr id="0" name=""/>
        <dsp:cNvSpPr/>
      </dsp:nvSpPr>
      <dsp:spPr>
        <a:xfrm>
          <a:off x="8141739" y="1338720"/>
          <a:ext cx="446760" cy="4467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242260" y="1338720"/>
        <a:ext cx="245718" cy="336187"/>
      </dsp:txXfrm>
    </dsp:sp>
    <dsp:sp modelId="{50996FB7-79CE-C94E-B5CF-647A0C0F5498}">
      <dsp:nvSpPr>
        <dsp:cNvPr id="0" name=""/>
        <dsp:cNvSpPr/>
      </dsp:nvSpPr>
      <dsp:spPr>
        <a:xfrm>
          <a:off x="8795535" y="2151012"/>
          <a:ext cx="446760" cy="4467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896056" y="2151012"/>
        <a:ext cx="245718" cy="336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4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286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84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17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1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9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74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66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78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3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6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2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20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69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437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2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476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0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  <p:sldLayoutId id="2147484857" r:id="rId8"/>
    <p:sldLayoutId id="2147484858" r:id="rId9"/>
    <p:sldLayoutId id="2147484859" r:id="rId10"/>
    <p:sldLayoutId id="2147484860" r:id="rId11"/>
    <p:sldLayoutId id="2147484861" r:id="rId12"/>
    <p:sldLayoutId id="2147484862" r:id="rId13"/>
    <p:sldLayoutId id="2147484863" r:id="rId14"/>
    <p:sldLayoutId id="2147484864" r:id="rId15"/>
    <p:sldLayoutId id="2147484865" r:id="rId16"/>
    <p:sldLayoutId id="2147484866" r:id="rId17"/>
    <p:sldLayoutId id="214748486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7D259-6CDF-DDC4-1BE0-F3343D7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U.S. Airline On-Time Performance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EB958-E59F-9BCB-1C8D-2C7B986B9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January – June 2026</a:t>
            </a:r>
          </a:p>
          <a:p>
            <a:pPr lvl="0"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DATA 201 DBMS Group Project</a:t>
            </a:r>
          </a:p>
          <a:p>
            <a:pPr lvl="0"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Group members: Charishma, Swathi, Priyanka, WILLIAM</a:t>
            </a:r>
          </a:p>
          <a:p>
            <a:pPr lvl="0"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A7459E1D-3BDA-D2F9-32F1-DC3DF4B1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31" r="1306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01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4FCE-8015-A1C2-75C8-08B18AF2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Dataset Introduction</a:t>
            </a:r>
            <a:br>
              <a:rPr lang="en-US" b="1">
                <a:solidFill>
                  <a:srgbClr val="EBEBEB"/>
                </a:solidFill>
              </a:rPr>
            </a:br>
            <a:endParaRPr lang="en-US">
              <a:solidFill>
                <a:srgbClr val="EBEBEB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98B640-335F-E189-6E1A-DFDA8D4C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lvl="0"/>
            <a:r>
              <a:rPr lang="en-US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Dataset: Reporting Carrier On-Time Performance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Period: January–June 2026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Monthly files combined: 6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Total flight records: </a:t>
            </a:r>
            <a:r>
              <a:rPr lang="en-US" b="1">
                <a:solidFill>
                  <a:srgbClr val="FFFFFF"/>
                </a:solidFill>
              </a:rPr>
              <a:t>3506809 </a:t>
            </a:r>
            <a:endParaRPr lang="en-US">
              <a:solidFill>
                <a:srgbClr val="FFFFFF"/>
              </a:solidFill>
            </a:endParaRPr>
          </a:p>
          <a:p>
            <a:pPr lvl="0"/>
            <a:r>
              <a:rPr lang="en-US">
                <a:solidFill>
                  <a:srgbClr val="FFFFFF"/>
                </a:solidFill>
              </a:rPr>
              <a:t>Raw attributes: </a:t>
            </a:r>
            <a:r>
              <a:rPr lang="en-US" b="1">
                <a:solidFill>
                  <a:srgbClr val="FFFFFF"/>
                </a:solidFill>
              </a:rPr>
              <a:t>101</a:t>
            </a:r>
            <a:endParaRPr lang="en-US">
              <a:solidFill>
                <a:srgbClr val="FFFFFF"/>
              </a:solidFill>
            </a:endParaRPr>
          </a:p>
          <a:p>
            <a:pPr lvl="0"/>
            <a:r>
              <a:rPr lang="en-US">
                <a:solidFill>
                  <a:srgbClr val="FFFFFF"/>
                </a:solidFill>
              </a:rPr>
              <a:t>Each row represents a reported flight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Back view of an airplane">
            <a:extLst>
              <a:ext uri="{FF2B5EF4-FFF2-40B4-BE49-F238E27FC236}">
                <a16:creationId xmlns:a16="http://schemas.microsoft.com/office/drawing/2014/main" id="{8EA042ED-FF21-DF72-1510-13EEA25E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96" r="32095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584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E1791-448F-D5E9-80CD-D10C020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Why We Chose This Dataset?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BA13-6B4A-CFE2-A192-D49D8BDD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>
                <a:solidFill>
                  <a:srgbClr val="FFFFFF"/>
                </a:solidFill>
              </a:rPr>
              <a:t>This dataset was selected because it: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Represents a real-world transportation system.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Contains more than </a:t>
            </a:r>
            <a:r>
              <a:rPr lang="en-US" sz="1100" b="1">
                <a:solidFill>
                  <a:srgbClr val="FFFFFF"/>
                </a:solidFill>
              </a:rPr>
              <a:t>3.4 million flight-level records</a:t>
            </a:r>
            <a:r>
              <a:rPr lang="en-US" sz="1100">
                <a:solidFill>
                  <a:srgbClr val="FFFFFF"/>
                </a:solidFill>
              </a:rPr>
              <a:t>.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Supports airline, airport, route, and monthly comparisons.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Includes operational details and performance measures.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Requires data cleaning and normalization before database implementation.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Supports basic and advanced SQL queries.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1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100" b="1">
                <a:solidFill>
                  <a:srgbClr val="FFFFFF"/>
                </a:solidFill>
              </a:rPr>
              <a:t>Questions our database will answer:</a:t>
            </a:r>
            <a:endParaRPr lang="en-US" sz="1100">
              <a:solidFill>
                <a:srgbClr val="FFFFFF"/>
              </a:solidFill>
            </a:endParaRP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Which airlines have the best departure and arrival on-time performance?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Which airports and routes experience the most delays?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What are the most common causes of delays?</a:t>
            </a:r>
          </a:p>
          <a:p>
            <a:pPr lvl="0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How do cancellations and diversions vary by airline and month?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439B86F2-75B7-6C7B-5067-47030D3F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72" r="13850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518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5FDBB-B1A7-B077-7904-9AE441D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Dataset Complexity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7F8272E-812B-5DDA-77C5-A064B846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Data Preparation and Cleaning Needs</a:t>
            </a:r>
            <a:endParaRPr lang="en-US" sz="1400" dirty="0"/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Combine six monthly files with consistent column structures.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Normalize repeated airline, airport, route, and date information.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Convert blank values to NULL rather than treating them as zero.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Preserve negative delays because they represent early departures or arrivals.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Convert FL_DATE, which includes a time portion, into a proper date value.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Standardize scheduled time fields such as 0600 and 0915.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Interpret CANCELLED and DIVERTED as binary indicators.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Preserve NULL delay-cause values when a specific cause did not apply.</a:t>
            </a:r>
          </a:p>
          <a:p>
            <a:pPr lvl="0">
              <a:lnSpc>
                <a:spcPct val="90000"/>
              </a:lnSpc>
              <a:buClr>
                <a:schemeClr val="tx1"/>
              </a:buClr>
            </a:pPr>
            <a:r>
              <a:rPr lang="en-US" sz="1400" dirty="0"/>
              <a:t>Handle diversion-summary fields, which may be NULL for non-diverted flights.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BC452-6554-C0F9-5C37-FDD7E0C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Columns Used for the Database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730C-2F4D-A47B-9A2E-4449D7C976A4}"/>
              </a:ext>
            </a:extLst>
          </p:cNvPr>
          <p:cNvSpPr txBox="1"/>
          <p:nvPr/>
        </p:nvSpPr>
        <p:spPr>
          <a:xfrm>
            <a:off x="648931" y="2438400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Note: The table shows representative columns by data area.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 All 61 source columns are preserved in the staging dataset and mapped to normalized tables.</a:t>
            </a: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FEBDC430-F9D0-B59E-449A-7DD58313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52280"/>
              </p:ext>
            </p:extLst>
          </p:nvPr>
        </p:nvGraphicFramePr>
        <p:xfrm>
          <a:off x="6093992" y="1191912"/>
          <a:ext cx="5449891" cy="447417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267424">
                  <a:extLst>
                    <a:ext uri="{9D8B030D-6E8A-4147-A177-3AD203B41FA5}">
                      <a16:colId xmlns:a16="http://schemas.microsoft.com/office/drawing/2014/main" val="903068984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686198464"/>
                    </a:ext>
                  </a:extLst>
                </a:gridCol>
                <a:gridCol w="1820664">
                  <a:extLst>
                    <a:ext uri="{9D8B030D-6E8A-4147-A177-3AD203B41FA5}">
                      <a16:colId xmlns:a16="http://schemas.microsoft.com/office/drawing/2014/main" val="1902139669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area</a:t>
                      </a:r>
                    </a:p>
                  </a:txBody>
                  <a:tcPr marL="86057" marR="46829" marT="66198" marB="6619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69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Date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FL_DATE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QUARTER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DAY_OF_WEEK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Monthly and date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8650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Airline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OP_UNIQUE_CARRIER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OP_CARRIER_AIRLINE_ID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Airline comparisons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73858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Airport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ORIGIN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DEST</a:t>
                      </a:r>
                      <a:r>
                        <a:rPr lang="en-US" sz="1300"/>
                        <a:t>, airport IDs, cities, states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Airport and route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13056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Route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Origin airport, destination airport,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DISTANCE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Route-distance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05142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Flight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Generated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FlightID</a:t>
                      </a:r>
                      <a:r>
                        <a:rPr lang="en-US" sz="1300"/>
                        <a:t>, flight number, tail number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Flight identification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87630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Performance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Scheduled/actual times, delays, taxi times, elapsed times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On-time performance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09317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Status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CANCELLED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CANCELLATION_CODE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DIVERTED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Cancellation and diversion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9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0B3C4-077B-05A9-016A-EB52C26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Schema Design &amp; Database Setup</a:t>
            </a:r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1D99-E9FD-1485-742C-5EDA12420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From raw flight records to a normalized relational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ER/EER model and relationship design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Relational schema mapping and key structure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Normalization through 3NF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MySQL staging import and validation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Current status: Six monthly files imported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Staging records: 3,506,809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A193809-4E78-72CF-F20B-934348BE4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2087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D47-2C30-6002-5F87-77CD930C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3" y="290945"/>
            <a:ext cx="9905998" cy="1905000"/>
          </a:xfrm>
        </p:spPr>
        <p:txBody>
          <a:bodyPr/>
          <a:lstStyle/>
          <a:p>
            <a:r>
              <a:rPr lang="en-US" dirty="0"/>
              <a:t>Initial ER Diagram :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60B88F-C3CC-FB5B-F501-ECCBC23A7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3" y="153785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ER model separates :</a:t>
            </a:r>
          </a:p>
          <a:p>
            <a:pPr marL="0" indent="0">
              <a:buNone/>
            </a:pPr>
            <a:r>
              <a:rPr lang="en-US" dirty="0"/>
              <a:t>• Flight operations</a:t>
            </a:r>
          </a:p>
          <a:p>
            <a:pPr marL="0" indent="0">
              <a:buNone/>
            </a:pPr>
            <a:r>
              <a:rPr lang="en-US" dirty="0"/>
              <a:t>• Airlines, airports, and routes</a:t>
            </a:r>
          </a:p>
          <a:p>
            <a:pPr marL="0" indent="0">
              <a:buNone/>
            </a:pPr>
            <a:r>
              <a:rPr lang="en-US" dirty="0"/>
              <a:t>• Dates and performance measures</a:t>
            </a:r>
          </a:p>
          <a:p>
            <a:pPr marL="0" indent="0">
              <a:buNone/>
            </a:pPr>
            <a:r>
              <a:rPr lang="en-US" dirty="0"/>
              <a:t>• Delays, cancellations, and diversions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F3E62-F9F8-857D-846B-D02B510C0A27}"/>
              </a:ext>
            </a:extLst>
          </p:cNvPr>
          <p:cNvSpPr txBox="1"/>
          <p:nvPr/>
        </p:nvSpPr>
        <p:spPr>
          <a:xfrm>
            <a:off x="124690" y="4292724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shows how these entities connect through relationship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5458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D70-7510-903D-591E-AC3F38D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78" y="147638"/>
            <a:ext cx="9905998" cy="1905000"/>
          </a:xfrm>
        </p:spPr>
        <p:txBody>
          <a:bodyPr/>
          <a:lstStyle/>
          <a:p>
            <a:r>
              <a:rPr lang="en-US" dirty="0"/>
              <a:t>Initial ER/EER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6637F1-43EA-3CE3-053F-ABE2B1F4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79" y="1039091"/>
            <a:ext cx="11714876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727-1D3E-62EA-81F3-C93D6C2D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085"/>
            <a:ext cx="9905998" cy="1905000"/>
          </a:xfrm>
        </p:spPr>
        <p:txBody>
          <a:bodyPr/>
          <a:lstStyle/>
          <a:p>
            <a:r>
              <a:rPr lang="en-US" dirty="0"/>
              <a:t>Relational Schema Mapping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3E8D98-5A16-CBAD-CE0C-5D45D0AF0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264347"/>
              </p:ext>
            </p:extLst>
          </p:nvPr>
        </p:nvGraphicFramePr>
        <p:xfrm>
          <a:off x="176213" y="1560483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60A54-1D9E-1FDE-D945-29896454A007}"/>
              </a:ext>
            </a:extLst>
          </p:cNvPr>
          <p:cNvSpPr txBox="1"/>
          <p:nvPr/>
        </p:nvSpPr>
        <p:spPr>
          <a:xfrm>
            <a:off x="176213" y="5024582"/>
            <a:ext cx="8045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raw staging table will be transformed into these normalized tables.</a:t>
            </a:r>
          </a:p>
          <a:p>
            <a:r>
              <a:rPr lang="en-US" dirty="0"/>
              <a:t>Generated identifiers such as FLIGHT_ID and ROUTE_ID will be added</a:t>
            </a:r>
          </a:p>
          <a:p>
            <a:r>
              <a:rPr lang="en-US" dirty="0"/>
              <a:t>during the relational mapping process.</a:t>
            </a:r>
          </a:p>
        </p:txBody>
      </p:sp>
    </p:spTree>
    <p:extLst>
      <p:ext uri="{BB962C8B-B14F-4D97-AF65-F5344CB8AC3E}">
        <p14:creationId xmlns:p14="http://schemas.microsoft.com/office/powerpoint/2010/main" val="17560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6B0DD-936C-88FD-6923-2FE8475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Keys and Relationship Justification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07B6-DC43-C108-70F6-6EFE2C696F06}"/>
              </a:ext>
            </a:extLst>
          </p:cNvPr>
          <p:cNvSpPr txBox="1"/>
          <p:nvPr/>
        </p:nvSpPr>
        <p:spPr>
          <a:xfrm>
            <a:off x="648931" y="2438400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cap="small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 keys uniquely identify records.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cap="small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Foreign keys connect related tables in the relational schema.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3F804-BA51-960B-E805-A1693D63C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768095"/>
              </p:ext>
            </p:extLst>
          </p:nvPr>
        </p:nvGraphicFramePr>
        <p:xfrm>
          <a:off x="6093992" y="1052769"/>
          <a:ext cx="5449890" cy="475246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2228070">
                  <a:extLst>
                    <a:ext uri="{9D8B030D-6E8A-4147-A177-3AD203B41FA5}">
                      <a16:colId xmlns:a16="http://schemas.microsoft.com/office/drawing/2014/main" val="3558064150"/>
                    </a:ext>
                  </a:extLst>
                </a:gridCol>
                <a:gridCol w="3221820">
                  <a:extLst>
                    <a:ext uri="{9D8B030D-6E8A-4147-A177-3AD203B41FA5}">
                      <a16:colId xmlns:a16="http://schemas.microsoft.com/office/drawing/2014/main" val="830663183"/>
                    </a:ext>
                  </a:extLst>
                </a:gridCol>
              </a:tblGrid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Primary key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6320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TimePeriod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FL_DATE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40191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STATE_ABR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0148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Airlines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OP_CARRIER_AIRLINE_ID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9590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97664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27759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522742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FlightPerformance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7419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FlightDelay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DELAY_ID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17444"/>
                  </a:ext>
                </a:extLst>
              </a:tr>
              <a:tr h="6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FlightDiversion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DIVERSION_NUMBER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8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7520-EFE7-7831-C6CA-74CAC53A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79399"/>
            <a:ext cx="9905998" cy="1905000"/>
          </a:xfrm>
        </p:spPr>
        <p:txBody>
          <a:bodyPr/>
          <a:lstStyle/>
          <a:p>
            <a:r>
              <a:rPr lang="en-US" dirty="0"/>
              <a:t>Normalization Through 3NF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31E73C4-4E07-5C03-86E8-707D9C0758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081036"/>
              </p:ext>
            </p:extLst>
          </p:nvPr>
        </p:nvGraphicFramePr>
        <p:xfrm>
          <a:off x="227013" y="136651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6DE3A3-FFE7-0189-2B5A-19D42197B8D0}"/>
              </a:ext>
            </a:extLst>
          </p:cNvPr>
          <p:cNvSpPr txBox="1"/>
          <p:nvPr/>
        </p:nvSpPr>
        <p:spPr>
          <a:xfrm>
            <a:off x="751840" y="5577840"/>
            <a:ext cx="818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Normalization reduces repeated information and improves consistency.</a:t>
            </a:r>
          </a:p>
        </p:txBody>
      </p:sp>
    </p:spTree>
    <p:extLst>
      <p:ext uri="{BB962C8B-B14F-4D97-AF65-F5344CB8AC3E}">
        <p14:creationId xmlns:p14="http://schemas.microsoft.com/office/powerpoint/2010/main" val="1728532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E13B-EC50-9D46-104E-36890FF1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/>
              <a:t>Initial SQL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6009-7060-572B-67C4-F5B6214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r>
              <a:rPr lang="en-US" dirty="0"/>
              <a:t>• Confirmed that all six-monthly files were imported</a:t>
            </a:r>
          </a:p>
          <a:p>
            <a:r>
              <a:rPr lang="en-US" dirty="0"/>
              <a:t>• Verified 3,506,809 total records</a:t>
            </a:r>
          </a:p>
          <a:p>
            <a:r>
              <a:rPr lang="en-US" dirty="0"/>
              <a:t>• Checked monthly row counts</a:t>
            </a:r>
          </a:p>
          <a:p>
            <a:r>
              <a:rPr lang="en-US" dirty="0"/>
              <a:t>• Examined delays, cancellations, and diversions</a:t>
            </a:r>
          </a:p>
          <a:p>
            <a:r>
              <a:rPr lang="en-US" dirty="0"/>
              <a:t>• Confirmed that the dataset is suitable for analysis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97820-C0F2-97C5-CB44-96F5C685B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720" y="1648692"/>
            <a:ext cx="6101823" cy="37554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886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1EF5-6CE9-29AB-2777-48558194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9CC-2A51-BA4C-2D62-488D3C52C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E54D-22E6-164D-DC8E-C19E6D5F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726574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2"/>
                </a:solidFill>
              </a:rPr>
              <a:t>Challenges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3FDB-115B-4F7C-75FB-0FF28CCF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474231"/>
            <a:ext cx="6269434" cy="447082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Challenges so far: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Mapping BTS raw column names to normalized table columns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Managing different raw files with 61 columns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Importing and processing more than 3.5 million records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Validating primary-key and foreign-key relationships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Maintaining query performance with a large dataset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Planned improvements for the final project: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Design and test advanced SQL queries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Complete and validate the 13-table normalized database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Prepare dashboards and visualizations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Finalize screenshots, findings, and project documentation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295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B9AE5A72-E555-395A-724E-5999C21E0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56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4802</TotalTime>
  <Words>829</Words>
  <Application>Microsoft Macintosh PowerPoint</Application>
  <PresentationFormat>Widescreen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Courier New</vt:lpstr>
      <vt:lpstr>Wingdings 3</vt:lpstr>
      <vt:lpstr>Ion</vt:lpstr>
      <vt:lpstr>U.S. Airline On-Time Performance Database</vt:lpstr>
      <vt:lpstr>Dataset Introduction </vt:lpstr>
      <vt:lpstr>Why We Chose This Dataset?</vt:lpstr>
      <vt:lpstr>Dataset Complexity</vt:lpstr>
      <vt:lpstr>Columns Used for the Database</vt:lpstr>
      <vt:lpstr>Schema Design &amp; Database Setup</vt:lpstr>
      <vt:lpstr>Initial ER Diagram : </vt:lpstr>
      <vt:lpstr>Initial ER/EER Diagram</vt:lpstr>
      <vt:lpstr>Relational Schema Mapping</vt:lpstr>
      <vt:lpstr>Keys and Relationship Justification</vt:lpstr>
      <vt:lpstr>Normalization Through 3NF</vt:lpstr>
      <vt:lpstr>Initial SQL Exploration</vt:lpstr>
      <vt:lpstr>Basic and Advanced SQL Queries</vt:lpstr>
      <vt:lpstr>Challenges &amp;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Vamaraju</dc:creator>
  <cp:lastModifiedBy>Priyanka Vamaraju</cp:lastModifiedBy>
  <cp:revision>2</cp:revision>
  <dcterms:created xsi:type="dcterms:W3CDTF">2026-10-02T21:59:36Z</dcterms:created>
  <dcterms:modified xsi:type="dcterms:W3CDTF">2026-10-06T07:15:52Z</dcterms:modified>
</cp:coreProperties>
</file>