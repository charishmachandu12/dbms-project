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8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68" r:id="rId15"/>
    <p:sldId id="269" r:id="rId16"/>
    <p:sldId id="271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7"/>
    <p:restoredTop sz="96245"/>
  </p:normalViewPr>
  <p:slideViewPr>
    <p:cSldViewPr snapToGrid="0">
      <p:cViewPr>
        <p:scale>
          <a:sx n="100" d="100"/>
          <a:sy n="100" d="100"/>
        </p:scale>
        <p:origin x="112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889C26-1B3F-480D-940A-78DC7C36F24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9EB218-20CE-41E8-B4F7-4EF3E7A29778}">
      <dgm:prSet/>
      <dgm:spPr/>
      <dgm:t>
        <a:bodyPr/>
        <a:lstStyle/>
        <a:p>
          <a:r>
            <a:rPr lang="en-US" dirty="0" err="1"/>
            <a:t>TimePeriod</a:t>
          </a:r>
          <a:endParaRPr lang="en-US" dirty="0"/>
        </a:p>
      </dgm:t>
    </dgm:pt>
    <dgm:pt modelId="{F7B259CA-2872-4F04-9A57-2B09406BFE47}" type="parTrans" cxnId="{60AFB197-05D1-4ABA-AC6C-E5E3F3C9C7CF}">
      <dgm:prSet/>
      <dgm:spPr/>
      <dgm:t>
        <a:bodyPr/>
        <a:lstStyle/>
        <a:p>
          <a:endParaRPr lang="en-US"/>
        </a:p>
      </dgm:t>
    </dgm:pt>
    <dgm:pt modelId="{9BDBB522-DC8F-4E07-A796-6BB7388A8293}" type="sibTrans" cxnId="{60AFB197-05D1-4ABA-AC6C-E5E3F3C9C7CF}">
      <dgm:prSet/>
      <dgm:spPr/>
      <dgm:t>
        <a:bodyPr/>
        <a:lstStyle/>
        <a:p>
          <a:endParaRPr lang="en-US"/>
        </a:p>
      </dgm:t>
    </dgm:pt>
    <dgm:pt modelId="{8905B936-8981-4018-8821-5265D63CF457}">
      <dgm:prSet/>
      <dgm:spPr/>
      <dgm:t>
        <a:bodyPr/>
        <a:lstStyle/>
        <a:p>
          <a:r>
            <a:rPr lang="en-US"/>
            <a:t>State</a:t>
          </a:r>
        </a:p>
      </dgm:t>
    </dgm:pt>
    <dgm:pt modelId="{AEAD19CB-3209-4208-B5F4-F08A6D7906D1}" type="parTrans" cxnId="{6C7D1748-67E5-4FCA-B5C6-26B52C9F5A9F}">
      <dgm:prSet/>
      <dgm:spPr/>
      <dgm:t>
        <a:bodyPr/>
        <a:lstStyle/>
        <a:p>
          <a:endParaRPr lang="en-US"/>
        </a:p>
      </dgm:t>
    </dgm:pt>
    <dgm:pt modelId="{B0257FAA-BD94-470B-8EA3-33417479C0C5}" type="sibTrans" cxnId="{6C7D1748-67E5-4FCA-B5C6-26B52C9F5A9F}">
      <dgm:prSet/>
      <dgm:spPr/>
      <dgm:t>
        <a:bodyPr/>
        <a:lstStyle/>
        <a:p>
          <a:endParaRPr lang="en-US"/>
        </a:p>
      </dgm:t>
    </dgm:pt>
    <dgm:pt modelId="{D1B55F8A-A2DB-405F-96C2-A1BC3B10A3FE}">
      <dgm:prSet/>
      <dgm:spPr/>
      <dgm:t>
        <a:bodyPr/>
        <a:lstStyle/>
        <a:p>
          <a:r>
            <a:rPr lang="en-US"/>
            <a:t>Airlines</a:t>
          </a:r>
        </a:p>
      </dgm:t>
    </dgm:pt>
    <dgm:pt modelId="{95644050-E996-40BC-9CFB-3515D320F297}" type="parTrans" cxnId="{DAC2E652-5C5C-48EA-91C6-B60BBFB80B42}">
      <dgm:prSet/>
      <dgm:spPr/>
      <dgm:t>
        <a:bodyPr/>
        <a:lstStyle/>
        <a:p>
          <a:endParaRPr lang="en-US"/>
        </a:p>
      </dgm:t>
    </dgm:pt>
    <dgm:pt modelId="{2F9CC9BE-9892-46E1-BE00-B9A1BFCB033D}" type="sibTrans" cxnId="{DAC2E652-5C5C-48EA-91C6-B60BBFB80B42}">
      <dgm:prSet/>
      <dgm:spPr/>
      <dgm:t>
        <a:bodyPr/>
        <a:lstStyle/>
        <a:p>
          <a:endParaRPr lang="en-US"/>
        </a:p>
      </dgm:t>
    </dgm:pt>
    <dgm:pt modelId="{CCBA6B6F-8E86-45D3-B70C-463EC4F28A49}">
      <dgm:prSet/>
      <dgm:spPr/>
      <dgm:t>
        <a:bodyPr/>
        <a:lstStyle/>
        <a:p>
          <a:r>
            <a:rPr lang="en-US"/>
            <a:t>AirlineNames</a:t>
          </a:r>
        </a:p>
      </dgm:t>
    </dgm:pt>
    <dgm:pt modelId="{3746DF2C-5AE5-48DE-B8E9-2521FDA2F428}" type="parTrans" cxnId="{47719A4E-039C-4B4B-8CF3-A1D099301D1F}">
      <dgm:prSet/>
      <dgm:spPr/>
      <dgm:t>
        <a:bodyPr/>
        <a:lstStyle/>
        <a:p>
          <a:endParaRPr lang="en-US"/>
        </a:p>
      </dgm:t>
    </dgm:pt>
    <dgm:pt modelId="{A8FBEC78-A786-43D6-9B2A-FFF1A615CA4C}" type="sibTrans" cxnId="{47719A4E-039C-4B4B-8CF3-A1D099301D1F}">
      <dgm:prSet/>
      <dgm:spPr/>
      <dgm:t>
        <a:bodyPr/>
        <a:lstStyle/>
        <a:p>
          <a:endParaRPr lang="en-US"/>
        </a:p>
      </dgm:t>
    </dgm:pt>
    <dgm:pt modelId="{673CEF42-67CD-4464-AFB7-4BF199E09C7E}">
      <dgm:prSet/>
      <dgm:spPr/>
      <dgm:t>
        <a:bodyPr/>
        <a:lstStyle/>
        <a:p>
          <a:r>
            <a:rPr lang="en-US"/>
            <a:t>Airports</a:t>
          </a:r>
        </a:p>
      </dgm:t>
    </dgm:pt>
    <dgm:pt modelId="{D7BC4180-46CA-4AA5-9835-64034342F7EB}" type="parTrans" cxnId="{6524E430-5FEA-4F33-8C7B-7EC511BEF69B}">
      <dgm:prSet/>
      <dgm:spPr/>
      <dgm:t>
        <a:bodyPr/>
        <a:lstStyle/>
        <a:p>
          <a:endParaRPr lang="en-US"/>
        </a:p>
      </dgm:t>
    </dgm:pt>
    <dgm:pt modelId="{21AAC2F0-E936-4173-9974-23962B44285C}" type="sibTrans" cxnId="{6524E430-5FEA-4F33-8C7B-7EC511BEF69B}">
      <dgm:prSet/>
      <dgm:spPr/>
      <dgm:t>
        <a:bodyPr/>
        <a:lstStyle/>
        <a:p>
          <a:endParaRPr lang="en-US"/>
        </a:p>
      </dgm:t>
    </dgm:pt>
    <dgm:pt modelId="{C5B59068-89C2-4905-8766-6F21D32A7B8E}">
      <dgm:prSet/>
      <dgm:spPr/>
      <dgm:t>
        <a:bodyPr/>
        <a:lstStyle/>
        <a:p>
          <a:r>
            <a:rPr lang="en-US"/>
            <a:t>AirportNames</a:t>
          </a:r>
        </a:p>
      </dgm:t>
    </dgm:pt>
    <dgm:pt modelId="{DFDE5BBE-5E88-45FA-A6F8-B5C06CFA51BB}" type="parTrans" cxnId="{4A89E225-6C11-4463-ACD6-5476142E5B76}">
      <dgm:prSet/>
      <dgm:spPr/>
      <dgm:t>
        <a:bodyPr/>
        <a:lstStyle/>
        <a:p>
          <a:endParaRPr lang="en-US"/>
        </a:p>
      </dgm:t>
    </dgm:pt>
    <dgm:pt modelId="{F2ABB30F-CCB7-49DE-8456-F5CD0911A6A1}" type="sibTrans" cxnId="{4A89E225-6C11-4463-ACD6-5476142E5B76}">
      <dgm:prSet/>
      <dgm:spPr/>
      <dgm:t>
        <a:bodyPr/>
        <a:lstStyle/>
        <a:p>
          <a:endParaRPr lang="en-US"/>
        </a:p>
      </dgm:t>
    </dgm:pt>
    <dgm:pt modelId="{0D834D93-37A3-41FD-876D-6492B7BE0221}">
      <dgm:prSet/>
      <dgm:spPr/>
      <dgm:t>
        <a:bodyPr/>
        <a:lstStyle/>
        <a:p>
          <a:r>
            <a:rPr lang="en-US"/>
            <a:t>Routes</a:t>
          </a:r>
        </a:p>
      </dgm:t>
    </dgm:pt>
    <dgm:pt modelId="{6033AD43-17FA-4C4C-9B01-9ADCA6CBD636}" type="parTrans" cxnId="{5452A204-1F9E-4149-B5C1-BF3F0978DE80}">
      <dgm:prSet/>
      <dgm:spPr/>
      <dgm:t>
        <a:bodyPr/>
        <a:lstStyle/>
        <a:p>
          <a:endParaRPr lang="en-US"/>
        </a:p>
      </dgm:t>
    </dgm:pt>
    <dgm:pt modelId="{0A60E682-98DA-43FF-8D06-22BC8B103DC6}" type="sibTrans" cxnId="{5452A204-1F9E-4149-B5C1-BF3F0978DE80}">
      <dgm:prSet/>
      <dgm:spPr/>
      <dgm:t>
        <a:bodyPr/>
        <a:lstStyle/>
        <a:p>
          <a:endParaRPr lang="en-US"/>
        </a:p>
      </dgm:t>
    </dgm:pt>
    <dgm:pt modelId="{22A555CD-5F5F-466C-AD1A-05689BBE3B3D}">
      <dgm:prSet/>
      <dgm:spPr/>
      <dgm:t>
        <a:bodyPr/>
        <a:lstStyle/>
        <a:p>
          <a:r>
            <a:rPr lang="en-US"/>
            <a:t>Flights</a:t>
          </a:r>
        </a:p>
      </dgm:t>
    </dgm:pt>
    <dgm:pt modelId="{022465DF-6480-43A9-9AA8-4569EBD1DC6A}" type="parTrans" cxnId="{6497CC6A-5B1F-473A-8445-54083575CF22}">
      <dgm:prSet/>
      <dgm:spPr/>
      <dgm:t>
        <a:bodyPr/>
        <a:lstStyle/>
        <a:p>
          <a:endParaRPr lang="en-US"/>
        </a:p>
      </dgm:t>
    </dgm:pt>
    <dgm:pt modelId="{196F4866-0D4F-4691-B977-810DEECEA373}" type="sibTrans" cxnId="{6497CC6A-5B1F-473A-8445-54083575CF22}">
      <dgm:prSet/>
      <dgm:spPr/>
      <dgm:t>
        <a:bodyPr/>
        <a:lstStyle/>
        <a:p>
          <a:endParaRPr lang="en-US"/>
        </a:p>
      </dgm:t>
    </dgm:pt>
    <dgm:pt modelId="{AB60AA10-A2BC-432F-A281-DC7018BB8A8D}">
      <dgm:prSet/>
      <dgm:spPr/>
      <dgm:t>
        <a:bodyPr/>
        <a:lstStyle/>
        <a:p>
          <a:r>
            <a:rPr lang="en-US"/>
            <a:t>FlightPerformance</a:t>
          </a:r>
        </a:p>
      </dgm:t>
    </dgm:pt>
    <dgm:pt modelId="{B31BB95A-0D93-46A2-B05D-0F2F901FA67B}" type="parTrans" cxnId="{87D3BC66-EFD4-4ABF-9CC2-DD33E7125DAB}">
      <dgm:prSet/>
      <dgm:spPr/>
      <dgm:t>
        <a:bodyPr/>
        <a:lstStyle/>
        <a:p>
          <a:endParaRPr lang="en-US"/>
        </a:p>
      </dgm:t>
    </dgm:pt>
    <dgm:pt modelId="{BA2351BA-5038-4832-9916-A34D57BB758B}" type="sibTrans" cxnId="{87D3BC66-EFD4-4ABF-9CC2-DD33E7125DAB}">
      <dgm:prSet/>
      <dgm:spPr/>
      <dgm:t>
        <a:bodyPr/>
        <a:lstStyle/>
        <a:p>
          <a:endParaRPr lang="en-US"/>
        </a:p>
      </dgm:t>
    </dgm:pt>
    <dgm:pt modelId="{E3071B40-CA71-4AFA-9DE9-8B1F40963E9F}">
      <dgm:prSet/>
      <dgm:spPr/>
      <dgm:t>
        <a:bodyPr/>
        <a:lstStyle/>
        <a:p>
          <a:r>
            <a:rPr lang="en-US"/>
            <a:t>DelayType</a:t>
          </a:r>
        </a:p>
      </dgm:t>
    </dgm:pt>
    <dgm:pt modelId="{39F77A5F-3FC0-49A7-B9F3-DAC3DB24BFBE}" type="parTrans" cxnId="{BA03F484-D869-43C3-8B4F-A2510649DA17}">
      <dgm:prSet/>
      <dgm:spPr/>
      <dgm:t>
        <a:bodyPr/>
        <a:lstStyle/>
        <a:p>
          <a:endParaRPr lang="en-US"/>
        </a:p>
      </dgm:t>
    </dgm:pt>
    <dgm:pt modelId="{B4B1E7E3-E978-4E9B-8028-B73D23B3401F}" type="sibTrans" cxnId="{BA03F484-D869-43C3-8B4F-A2510649DA17}">
      <dgm:prSet/>
      <dgm:spPr/>
      <dgm:t>
        <a:bodyPr/>
        <a:lstStyle/>
        <a:p>
          <a:endParaRPr lang="en-US"/>
        </a:p>
      </dgm:t>
    </dgm:pt>
    <dgm:pt modelId="{2C8D0CDA-3F1C-4938-8896-8021E6DFDC54}">
      <dgm:prSet/>
      <dgm:spPr/>
      <dgm:t>
        <a:bodyPr/>
        <a:lstStyle/>
        <a:p>
          <a:r>
            <a:rPr lang="en-US"/>
            <a:t>FlightDelay</a:t>
          </a:r>
        </a:p>
      </dgm:t>
    </dgm:pt>
    <dgm:pt modelId="{51A640BB-544B-4EC3-A75D-D9FDBA11A1D7}" type="parTrans" cxnId="{BD08E7FF-C55E-4F69-9A18-EB61433767B9}">
      <dgm:prSet/>
      <dgm:spPr/>
      <dgm:t>
        <a:bodyPr/>
        <a:lstStyle/>
        <a:p>
          <a:endParaRPr lang="en-US"/>
        </a:p>
      </dgm:t>
    </dgm:pt>
    <dgm:pt modelId="{735FACCF-0DF0-4C1C-A903-B05DB3516D5F}" type="sibTrans" cxnId="{BD08E7FF-C55E-4F69-9A18-EB61433767B9}">
      <dgm:prSet/>
      <dgm:spPr/>
      <dgm:t>
        <a:bodyPr/>
        <a:lstStyle/>
        <a:p>
          <a:endParaRPr lang="en-US"/>
        </a:p>
      </dgm:t>
    </dgm:pt>
    <dgm:pt modelId="{502B4932-B03A-406E-A4AE-C7ADE2C3AD5C}">
      <dgm:prSet/>
      <dgm:spPr/>
      <dgm:t>
        <a:bodyPr/>
        <a:lstStyle/>
        <a:p>
          <a:r>
            <a:rPr lang="en-US"/>
            <a:t>CancellationReason</a:t>
          </a:r>
        </a:p>
      </dgm:t>
    </dgm:pt>
    <dgm:pt modelId="{CAD876F2-CF21-443F-9649-66F1610483D4}" type="parTrans" cxnId="{7A643826-3DDA-4D5B-BC2A-9E524E626311}">
      <dgm:prSet/>
      <dgm:spPr/>
      <dgm:t>
        <a:bodyPr/>
        <a:lstStyle/>
        <a:p>
          <a:endParaRPr lang="en-US"/>
        </a:p>
      </dgm:t>
    </dgm:pt>
    <dgm:pt modelId="{591B67E0-3EB2-4C6F-87A0-8A6192C7CD5A}" type="sibTrans" cxnId="{7A643826-3DDA-4D5B-BC2A-9E524E626311}">
      <dgm:prSet/>
      <dgm:spPr/>
      <dgm:t>
        <a:bodyPr/>
        <a:lstStyle/>
        <a:p>
          <a:endParaRPr lang="en-US"/>
        </a:p>
      </dgm:t>
    </dgm:pt>
    <dgm:pt modelId="{7B9F0972-FCED-4817-854D-43640DE47DEB}">
      <dgm:prSet/>
      <dgm:spPr/>
      <dgm:t>
        <a:bodyPr/>
        <a:lstStyle/>
        <a:p>
          <a:r>
            <a:rPr lang="en-US"/>
            <a:t>FlightDiversion</a:t>
          </a:r>
        </a:p>
      </dgm:t>
    </dgm:pt>
    <dgm:pt modelId="{576ED729-F860-4D27-AB69-FEEADFEB1F8F}" type="parTrans" cxnId="{D07E5CEE-C897-4984-8BAB-E65F8301ACB6}">
      <dgm:prSet/>
      <dgm:spPr/>
      <dgm:t>
        <a:bodyPr/>
        <a:lstStyle/>
        <a:p>
          <a:endParaRPr lang="en-US"/>
        </a:p>
      </dgm:t>
    </dgm:pt>
    <dgm:pt modelId="{866D0EF9-9B75-4C1B-811B-8255F6C12C7E}" type="sibTrans" cxnId="{D07E5CEE-C897-4984-8BAB-E65F8301ACB6}">
      <dgm:prSet/>
      <dgm:spPr/>
      <dgm:t>
        <a:bodyPr/>
        <a:lstStyle/>
        <a:p>
          <a:endParaRPr lang="en-US"/>
        </a:p>
      </dgm:t>
    </dgm:pt>
    <dgm:pt modelId="{F3628AB8-98EC-9947-85B6-9272E76D33D1}" type="pres">
      <dgm:prSet presAssocID="{8F889C26-1B3F-480D-940A-78DC7C36F249}" presName="Name0" presStyleCnt="0">
        <dgm:presLayoutVars>
          <dgm:dir/>
          <dgm:animLvl val="lvl"/>
          <dgm:resizeHandles val="exact"/>
        </dgm:presLayoutVars>
      </dgm:prSet>
      <dgm:spPr/>
    </dgm:pt>
    <dgm:pt modelId="{F7232D05-E617-9448-95BF-E7372EF012DB}" type="pres">
      <dgm:prSet presAssocID="{A09EB218-20CE-41E8-B4F7-4EF3E7A29778}" presName="linNode" presStyleCnt="0"/>
      <dgm:spPr/>
    </dgm:pt>
    <dgm:pt modelId="{339CB9F2-5CF5-1A47-A29F-54067442EB2B}" type="pres">
      <dgm:prSet presAssocID="{A09EB218-20CE-41E8-B4F7-4EF3E7A29778}" presName="parentText" presStyleLbl="node1" presStyleIdx="0" presStyleCnt="13">
        <dgm:presLayoutVars>
          <dgm:chMax val="1"/>
          <dgm:bulletEnabled val="1"/>
        </dgm:presLayoutVars>
      </dgm:prSet>
      <dgm:spPr/>
    </dgm:pt>
    <dgm:pt modelId="{2DC27C6C-1C4E-2D48-90D9-028BE711B1FB}" type="pres">
      <dgm:prSet presAssocID="{9BDBB522-DC8F-4E07-A796-6BB7388A8293}" presName="sp" presStyleCnt="0"/>
      <dgm:spPr/>
    </dgm:pt>
    <dgm:pt modelId="{D46F9F6F-24B7-1641-8CB4-4CCA8E80BB95}" type="pres">
      <dgm:prSet presAssocID="{8905B936-8981-4018-8821-5265D63CF457}" presName="linNode" presStyleCnt="0"/>
      <dgm:spPr/>
    </dgm:pt>
    <dgm:pt modelId="{90C00FF3-4AF5-EA48-B9F9-E7FBA1C2650A}" type="pres">
      <dgm:prSet presAssocID="{8905B936-8981-4018-8821-5265D63CF457}" presName="parentText" presStyleLbl="node1" presStyleIdx="1" presStyleCnt="13">
        <dgm:presLayoutVars>
          <dgm:chMax val="1"/>
          <dgm:bulletEnabled val="1"/>
        </dgm:presLayoutVars>
      </dgm:prSet>
      <dgm:spPr/>
    </dgm:pt>
    <dgm:pt modelId="{74B9BF0E-9626-AD48-9704-BA3C47847B47}" type="pres">
      <dgm:prSet presAssocID="{B0257FAA-BD94-470B-8EA3-33417479C0C5}" presName="sp" presStyleCnt="0"/>
      <dgm:spPr/>
    </dgm:pt>
    <dgm:pt modelId="{9EFC564D-74B8-5A4C-80FA-FF0C6DF5ED9B}" type="pres">
      <dgm:prSet presAssocID="{D1B55F8A-A2DB-405F-96C2-A1BC3B10A3FE}" presName="linNode" presStyleCnt="0"/>
      <dgm:spPr/>
    </dgm:pt>
    <dgm:pt modelId="{39707687-0D9F-B242-BBBF-0B2B167A1E61}" type="pres">
      <dgm:prSet presAssocID="{D1B55F8A-A2DB-405F-96C2-A1BC3B10A3FE}" presName="parentText" presStyleLbl="node1" presStyleIdx="2" presStyleCnt="13">
        <dgm:presLayoutVars>
          <dgm:chMax val="1"/>
          <dgm:bulletEnabled val="1"/>
        </dgm:presLayoutVars>
      </dgm:prSet>
      <dgm:spPr/>
    </dgm:pt>
    <dgm:pt modelId="{03D5532C-5AE0-5B4C-BF98-1E517705F914}" type="pres">
      <dgm:prSet presAssocID="{2F9CC9BE-9892-46E1-BE00-B9A1BFCB033D}" presName="sp" presStyleCnt="0"/>
      <dgm:spPr/>
    </dgm:pt>
    <dgm:pt modelId="{BA0F6135-4002-8A46-84DA-45FB07FDB8B9}" type="pres">
      <dgm:prSet presAssocID="{CCBA6B6F-8E86-45D3-B70C-463EC4F28A49}" presName="linNode" presStyleCnt="0"/>
      <dgm:spPr/>
    </dgm:pt>
    <dgm:pt modelId="{EDBE2F5B-37F9-154A-B3B2-577E2D9D9C73}" type="pres">
      <dgm:prSet presAssocID="{CCBA6B6F-8E86-45D3-B70C-463EC4F28A49}" presName="parentText" presStyleLbl="node1" presStyleIdx="3" presStyleCnt="13">
        <dgm:presLayoutVars>
          <dgm:chMax val="1"/>
          <dgm:bulletEnabled val="1"/>
        </dgm:presLayoutVars>
      </dgm:prSet>
      <dgm:spPr/>
    </dgm:pt>
    <dgm:pt modelId="{3C09E7CE-5134-B745-8B21-31331957C172}" type="pres">
      <dgm:prSet presAssocID="{A8FBEC78-A786-43D6-9B2A-FFF1A615CA4C}" presName="sp" presStyleCnt="0"/>
      <dgm:spPr/>
    </dgm:pt>
    <dgm:pt modelId="{DA05580C-3095-B448-9E85-4BC26C5B0D63}" type="pres">
      <dgm:prSet presAssocID="{673CEF42-67CD-4464-AFB7-4BF199E09C7E}" presName="linNode" presStyleCnt="0"/>
      <dgm:spPr/>
    </dgm:pt>
    <dgm:pt modelId="{FD5AC714-EA82-8A4A-983F-C36BF0206A1C}" type="pres">
      <dgm:prSet presAssocID="{673CEF42-67CD-4464-AFB7-4BF199E09C7E}" presName="parentText" presStyleLbl="node1" presStyleIdx="4" presStyleCnt="13">
        <dgm:presLayoutVars>
          <dgm:chMax val="1"/>
          <dgm:bulletEnabled val="1"/>
        </dgm:presLayoutVars>
      </dgm:prSet>
      <dgm:spPr/>
    </dgm:pt>
    <dgm:pt modelId="{09DFB00C-5103-004B-B64A-E0EDE140BB51}" type="pres">
      <dgm:prSet presAssocID="{21AAC2F0-E936-4173-9974-23962B44285C}" presName="sp" presStyleCnt="0"/>
      <dgm:spPr/>
    </dgm:pt>
    <dgm:pt modelId="{5C0507C0-88E9-2448-B4B0-227D826CD474}" type="pres">
      <dgm:prSet presAssocID="{C5B59068-89C2-4905-8766-6F21D32A7B8E}" presName="linNode" presStyleCnt="0"/>
      <dgm:spPr/>
    </dgm:pt>
    <dgm:pt modelId="{DA865FAE-9FFD-F847-898C-E5C5DCE8AD57}" type="pres">
      <dgm:prSet presAssocID="{C5B59068-89C2-4905-8766-6F21D32A7B8E}" presName="parentText" presStyleLbl="node1" presStyleIdx="5" presStyleCnt="13">
        <dgm:presLayoutVars>
          <dgm:chMax val="1"/>
          <dgm:bulletEnabled val="1"/>
        </dgm:presLayoutVars>
      </dgm:prSet>
      <dgm:spPr/>
    </dgm:pt>
    <dgm:pt modelId="{BC95766C-D1DC-124F-A85D-9A8C6450ADF6}" type="pres">
      <dgm:prSet presAssocID="{F2ABB30F-CCB7-49DE-8456-F5CD0911A6A1}" presName="sp" presStyleCnt="0"/>
      <dgm:spPr/>
    </dgm:pt>
    <dgm:pt modelId="{7B5FF2BD-4DA7-EC44-B010-9BA859EE0F6C}" type="pres">
      <dgm:prSet presAssocID="{0D834D93-37A3-41FD-876D-6492B7BE0221}" presName="linNode" presStyleCnt="0"/>
      <dgm:spPr/>
    </dgm:pt>
    <dgm:pt modelId="{AD4ED9FC-2248-3349-A1CA-32B639AF6A4C}" type="pres">
      <dgm:prSet presAssocID="{0D834D93-37A3-41FD-876D-6492B7BE0221}" presName="parentText" presStyleLbl="node1" presStyleIdx="6" presStyleCnt="13">
        <dgm:presLayoutVars>
          <dgm:chMax val="1"/>
          <dgm:bulletEnabled val="1"/>
        </dgm:presLayoutVars>
      </dgm:prSet>
      <dgm:spPr/>
    </dgm:pt>
    <dgm:pt modelId="{BE48E288-5ABE-A246-8FF0-F73198A56A84}" type="pres">
      <dgm:prSet presAssocID="{0A60E682-98DA-43FF-8D06-22BC8B103DC6}" presName="sp" presStyleCnt="0"/>
      <dgm:spPr/>
    </dgm:pt>
    <dgm:pt modelId="{7FEF848B-152B-DF4B-9FBA-D27DE43F2DCA}" type="pres">
      <dgm:prSet presAssocID="{22A555CD-5F5F-466C-AD1A-05689BBE3B3D}" presName="linNode" presStyleCnt="0"/>
      <dgm:spPr/>
    </dgm:pt>
    <dgm:pt modelId="{6EF0514D-CC82-BD49-9DFB-B3E9D3B80064}" type="pres">
      <dgm:prSet presAssocID="{22A555CD-5F5F-466C-AD1A-05689BBE3B3D}" presName="parentText" presStyleLbl="node1" presStyleIdx="7" presStyleCnt="13">
        <dgm:presLayoutVars>
          <dgm:chMax val="1"/>
          <dgm:bulletEnabled val="1"/>
        </dgm:presLayoutVars>
      </dgm:prSet>
      <dgm:spPr/>
    </dgm:pt>
    <dgm:pt modelId="{AFF947E9-9E20-1445-9FA7-60FF81A57D30}" type="pres">
      <dgm:prSet presAssocID="{196F4866-0D4F-4691-B977-810DEECEA373}" presName="sp" presStyleCnt="0"/>
      <dgm:spPr/>
    </dgm:pt>
    <dgm:pt modelId="{8F1F5D06-7837-344A-BA7C-50791628C553}" type="pres">
      <dgm:prSet presAssocID="{AB60AA10-A2BC-432F-A281-DC7018BB8A8D}" presName="linNode" presStyleCnt="0"/>
      <dgm:spPr/>
    </dgm:pt>
    <dgm:pt modelId="{98316E97-5D64-3247-9819-55CD1D6146FF}" type="pres">
      <dgm:prSet presAssocID="{AB60AA10-A2BC-432F-A281-DC7018BB8A8D}" presName="parentText" presStyleLbl="node1" presStyleIdx="8" presStyleCnt="13">
        <dgm:presLayoutVars>
          <dgm:chMax val="1"/>
          <dgm:bulletEnabled val="1"/>
        </dgm:presLayoutVars>
      </dgm:prSet>
      <dgm:spPr/>
    </dgm:pt>
    <dgm:pt modelId="{F108F548-4C3F-574C-B004-2788F7FB3749}" type="pres">
      <dgm:prSet presAssocID="{BA2351BA-5038-4832-9916-A34D57BB758B}" presName="sp" presStyleCnt="0"/>
      <dgm:spPr/>
    </dgm:pt>
    <dgm:pt modelId="{02CF34D5-495B-2D46-8EE4-1D57E3AC0160}" type="pres">
      <dgm:prSet presAssocID="{E3071B40-CA71-4AFA-9DE9-8B1F40963E9F}" presName="linNode" presStyleCnt="0"/>
      <dgm:spPr/>
    </dgm:pt>
    <dgm:pt modelId="{4EA9B9EC-71CC-F24F-83A2-E7153223BD3F}" type="pres">
      <dgm:prSet presAssocID="{E3071B40-CA71-4AFA-9DE9-8B1F40963E9F}" presName="parentText" presStyleLbl="node1" presStyleIdx="9" presStyleCnt="13">
        <dgm:presLayoutVars>
          <dgm:chMax val="1"/>
          <dgm:bulletEnabled val="1"/>
        </dgm:presLayoutVars>
      </dgm:prSet>
      <dgm:spPr/>
    </dgm:pt>
    <dgm:pt modelId="{9E54D0DD-FEFE-934E-AA2C-DAF42C04B1A3}" type="pres">
      <dgm:prSet presAssocID="{B4B1E7E3-E978-4E9B-8028-B73D23B3401F}" presName="sp" presStyleCnt="0"/>
      <dgm:spPr/>
    </dgm:pt>
    <dgm:pt modelId="{30768211-2C5C-E64A-9641-3FD406953A54}" type="pres">
      <dgm:prSet presAssocID="{2C8D0CDA-3F1C-4938-8896-8021E6DFDC54}" presName="linNode" presStyleCnt="0"/>
      <dgm:spPr/>
    </dgm:pt>
    <dgm:pt modelId="{F9A5F1C6-2BBD-C34B-9F17-A01943E3E093}" type="pres">
      <dgm:prSet presAssocID="{2C8D0CDA-3F1C-4938-8896-8021E6DFDC54}" presName="parentText" presStyleLbl="node1" presStyleIdx="10" presStyleCnt="13">
        <dgm:presLayoutVars>
          <dgm:chMax val="1"/>
          <dgm:bulletEnabled val="1"/>
        </dgm:presLayoutVars>
      </dgm:prSet>
      <dgm:spPr/>
    </dgm:pt>
    <dgm:pt modelId="{70B82F66-0507-0D46-B470-78F9012D474F}" type="pres">
      <dgm:prSet presAssocID="{735FACCF-0DF0-4C1C-A903-B05DB3516D5F}" presName="sp" presStyleCnt="0"/>
      <dgm:spPr/>
    </dgm:pt>
    <dgm:pt modelId="{AACF6FC1-C63D-C848-8E90-072B36034026}" type="pres">
      <dgm:prSet presAssocID="{502B4932-B03A-406E-A4AE-C7ADE2C3AD5C}" presName="linNode" presStyleCnt="0"/>
      <dgm:spPr/>
    </dgm:pt>
    <dgm:pt modelId="{38192E26-F71B-E341-B91C-55049BDDEB6D}" type="pres">
      <dgm:prSet presAssocID="{502B4932-B03A-406E-A4AE-C7ADE2C3AD5C}" presName="parentText" presStyleLbl="node1" presStyleIdx="11" presStyleCnt="13">
        <dgm:presLayoutVars>
          <dgm:chMax val="1"/>
          <dgm:bulletEnabled val="1"/>
        </dgm:presLayoutVars>
      </dgm:prSet>
      <dgm:spPr/>
    </dgm:pt>
    <dgm:pt modelId="{6F64EBE3-3E3A-7F40-AB19-3854D175BB3E}" type="pres">
      <dgm:prSet presAssocID="{591B67E0-3EB2-4C6F-87A0-8A6192C7CD5A}" presName="sp" presStyleCnt="0"/>
      <dgm:spPr/>
    </dgm:pt>
    <dgm:pt modelId="{069D6F7B-58F1-1248-84D3-ABF504FE7F70}" type="pres">
      <dgm:prSet presAssocID="{7B9F0972-FCED-4817-854D-43640DE47DEB}" presName="linNode" presStyleCnt="0"/>
      <dgm:spPr/>
    </dgm:pt>
    <dgm:pt modelId="{D9EE11CE-A95F-194D-A383-871376E80065}" type="pres">
      <dgm:prSet presAssocID="{7B9F0972-FCED-4817-854D-43640DE47DEB}" presName="parentText" presStyleLbl="node1" presStyleIdx="12" presStyleCnt="13">
        <dgm:presLayoutVars>
          <dgm:chMax val="1"/>
          <dgm:bulletEnabled val="1"/>
        </dgm:presLayoutVars>
      </dgm:prSet>
      <dgm:spPr/>
    </dgm:pt>
  </dgm:ptLst>
  <dgm:cxnLst>
    <dgm:cxn modelId="{F7DA0B04-1820-2F4F-925F-8BF6D17EA7A1}" type="presOf" srcId="{7B9F0972-FCED-4817-854D-43640DE47DEB}" destId="{D9EE11CE-A95F-194D-A383-871376E80065}" srcOrd="0" destOrd="0" presId="urn:microsoft.com/office/officeart/2005/8/layout/vList5"/>
    <dgm:cxn modelId="{5452A204-1F9E-4149-B5C1-BF3F0978DE80}" srcId="{8F889C26-1B3F-480D-940A-78DC7C36F249}" destId="{0D834D93-37A3-41FD-876D-6492B7BE0221}" srcOrd="6" destOrd="0" parTransId="{6033AD43-17FA-4C4C-9B01-9ADCA6CBD636}" sibTransId="{0A60E682-98DA-43FF-8D06-22BC8B103DC6}"/>
    <dgm:cxn modelId="{B3E73C05-4B76-A24A-8678-462F587242C6}" type="presOf" srcId="{8905B936-8981-4018-8821-5265D63CF457}" destId="{90C00FF3-4AF5-EA48-B9F9-E7FBA1C2650A}" srcOrd="0" destOrd="0" presId="urn:microsoft.com/office/officeart/2005/8/layout/vList5"/>
    <dgm:cxn modelId="{B821AE14-FD75-8045-9E06-F409377111B1}" type="presOf" srcId="{22A555CD-5F5F-466C-AD1A-05689BBE3B3D}" destId="{6EF0514D-CC82-BD49-9DFB-B3E9D3B80064}" srcOrd="0" destOrd="0" presId="urn:microsoft.com/office/officeart/2005/8/layout/vList5"/>
    <dgm:cxn modelId="{4A89E225-6C11-4463-ACD6-5476142E5B76}" srcId="{8F889C26-1B3F-480D-940A-78DC7C36F249}" destId="{C5B59068-89C2-4905-8766-6F21D32A7B8E}" srcOrd="5" destOrd="0" parTransId="{DFDE5BBE-5E88-45FA-A6F8-B5C06CFA51BB}" sibTransId="{F2ABB30F-CCB7-49DE-8456-F5CD0911A6A1}"/>
    <dgm:cxn modelId="{7A643826-3DDA-4D5B-BC2A-9E524E626311}" srcId="{8F889C26-1B3F-480D-940A-78DC7C36F249}" destId="{502B4932-B03A-406E-A4AE-C7ADE2C3AD5C}" srcOrd="11" destOrd="0" parTransId="{CAD876F2-CF21-443F-9649-66F1610483D4}" sibTransId="{591B67E0-3EB2-4C6F-87A0-8A6192C7CD5A}"/>
    <dgm:cxn modelId="{5BA35D29-14BE-8344-8927-1A99BAA26064}" type="presOf" srcId="{C5B59068-89C2-4905-8766-6F21D32A7B8E}" destId="{DA865FAE-9FFD-F847-898C-E5C5DCE8AD57}" srcOrd="0" destOrd="0" presId="urn:microsoft.com/office/officeart/2005/8/layout/vList5"/>
    <dgm:cxn modelId="{6524E430-5FEA-4F33-8C7B-7EC511BEF69B}" srcId="{8F889C26-1B3F-480D-940A-78DC7C36F249}" destId="{673CEF42-67CD-4464-AFB7-4BF199E09C7E}" srcOrd="4" destOrd="0" parTransId="{D7BC4180-46CA-4AA5-9835-64034342F7EB}" sibTransId="{21AAC2F0-E936-4173-9974-23962B44285C}"/>
    <dgm:cxn modelId="{4534CA3B-EC0A-2948-B829-EB434ED3A298}" type="presOf" srcId="{E3071B40-CA71-4AFA-9DE9-8B1F40963E9F}" destId="{4EA9B9EC-71CC-F24F-83A2-E7153223BD3F}" srcOrd="0" destOrd="0" presId="urn:microsoft.com/office/officeart/2005/8/layout/vList5"/>
    <dgm:cxn modelId="{6C7D1748-67E5-4FCA-B5C6-26B52C9F5A9F}" srcId="{8F889C26-1B3F-480D-940A-78DC7C36F249}" destId="{8905B936-8981-4018-8821-5265D63CF457}" srcOrd="1" destOrd="0" parTransId="{AEAD19CB-3209-4208-B5F4-F08A6D7906D1}" sibTransId="{B0257FAA-BD94-470B-8EA3-33417479C0C5}"/>
    <dgm:cxn modelId="{47719A4E-039C-4B4B-8CF3-A1D099301D1F}" srcId="{8F889C26-1B3F-480D-940A-78DC7C36F249}" destId="{CCBA6B6F-8E86-45D3-B70C-463EC4F28A49}" srcOrd="3" destOrd="0" parTransId="{3746DF2C-5AE5-48DE-B8E9-2521FDA2F428}" sibTransId="{A8FBEC78-A786-43D6-9B2A-FFF1A615CA4C}"/>
    <dgm:cxn modelId="{DAC2E652-5C5C-48EA-91C6-B60BBFB80B42}" srcId="{8F889C26-1B3F-480D-940A-78DC7C36F249}" destId="{D1B55F8A-A2DB-405F-96C2-A1BC3B10A3FE}" srcOrd="2" destOrd="0" parTransId="{95644050-E996-40BC-9CFB-3515D320F297}" sibTransId="{2F9CC9BE-9892-46E1-BE00-B9A1BFCB033D}"/>
    <dgm:cxn modelId="{0AD65F55-5CB5-6946-9C26-961169444C95}" type="presOf" srcId="{A09EB218-20CE-41E8-B4F7-4EF3E7A29778}" destId="{339CB9F2-5CF5-1A47-A29F-54067442EB2B}" srcOrd="0" destOrd="0" presId="urn:microsoft.com/office/officeart/2005/8/layout/vList5"/>
    <dgm:cxn modelId="{BE5B095A-134D-C249-AA9A-E4AFC7CB11C6}" type="presOf" srcId="{D1B55F8A-A2DB-405F-96C2-A1BC3B10A3FE}" destId="{39707687-0D9F-B242-BBBF-0B2B167A1E61}" srcOrd="0" destOrd="0" presId="urn:microsoft.com/office/officeart/2005/8/layout/vList5"/>
    <dgm:cxn modelId="{87D3BC66-EFD4-4ABF-9CC2-DD33E7125DAB}" srcId="{8F889C26-1B3F-480D-940A-78DC7C36F249}" destId="{AB60AA10-A2BC-432F-A281-DC7018BB8A8D}" srcOrd="8" destOrd="0" parTransId="{B31BB95A-0D93-46A2-B05D-0F2F901FA67B}" sibTransId="{BA2351BA-5038-4832-9916-A34D57BB758B}"/>
    <dgm:cxn modelId="{6497CC6A-5B1F-473A-8445-54083575CF22}" srcId="{8F889C26-1B3F-480D-940A-78DC7C36F249}" destId="{22A555CD-5F5F-466C-AD1A-05689BBE3B3D}" srcOrd="7" destOrd="0" parTransId="{022465DF-6480-43A9-9AA8-4569EBD1DC6A}" sibTransId="{196F4866-0D4F-4691-B977-810DEECEA373}"/>
    <dgm:cxn modelId="{FC7C206C-9D80-234A-9864-AC8B4046E55E}" type="presOf" srcId="{2C8D0CDA-3F1C-4938-8896-8021E6DFDC54}" destId="{F9A5F1C6-2BBD-C34B-9F17-A01943E3E093}" srcOrd="0" destOrd="0" presId="urn:microsoft.com/office/officeart/2005/8/layout/vList5"/>
    <dgm:cxn modelId="{BA03F484-D869-43C3-8B4F-A2510649DA17}" srcId="{8F889C26-1B3F-480D-940A-78DC7C36F249}" destId="{E3071B40-CA71-4AFA-9DE9-8B1F40963E9F}" srcOrd="9" destOrd="0" parTransId="{39F77A5F-3FC0-49A7-B9F3-DAC3DB24BFBE}" sibTransId="{B4B1E7E3-E978-4E9B-8028-B73D23B3401F}"/>
    <dgm:cxn modelId="{60AFB197-05D1-4ABA-AC6C-E5E3F3C9C7CF}" srcId="{8F889C26-1B3F-480D-940A-78DC7C36F249}" destId="{A09EB218-20CE-41E8-B4F7-4EF3E7A29778}" srcOrd="0" destOrd="0" parTransId="{F7B259CA-2872-4F04-9A57-2B09406BFE47}" sibTransId="{9BDBB522-DC8F-4E07-A796-6BB7388A8293}"/>
    <dgm:cxn modelId="{272CD09A-E1E9-8D4E-BB7D-654581C06C8C}" type="presOf" srcId="{CCBA6B6F-8E86-45D3-B70C-463EC4F28A49}" destId="{EDBE2F5B-37F9-154A-B3B2-577E2D9D9C73}" srcOrd="0" destOrd="0" presId="urn:microsoft.com/office/officeart/2005/8/layout/vList5"/>
    <dgm:cxn modelId="{AE6C149D-8D47-BD47-A311-12CC2E1AD256}" type="presOf" srcId="{673CEF42-67CD-4464-AFB7-4BF199E09C7E}" destId="{FD5AC714-EA82-8A4A-983F-C36BF0206A1C}" srcOrd="0" destOrd="0" presId="urn:microsoft.com/office/officeart/2005/8/layout/vList5"/>
    <dgm:cxn modelId="{0DF88CC7-CEDB-444A-B508-7379171BAEAD}" type="presOf" srcId="{AB60AA10-A2BC-432F-A281-DC7018BB8A8D}" destId="{98316E97-5D64-3247-9819-55CD1D6146FF}" srcOrd="0" destOrd="0" presId="urn:microsoft.com/office/officeart/2005/8/layout/vList5"/>
    <dgm:cxn modelId="{4550DACF-A578-804E-AD58-2DC7D89C1D22}" type="presOf" srcId="{0D834D93-37A3-41FD-876D-6492B7BE0221}" destId="{AD4ED9FC-2248-3349-A1CA-32B639AF6A4C}" srcOrd="0" destOrd="0" presId="urn:microsoft.com/office/officeart/2005/8/layout/vList5"/>
    <dgm:cxn modelId="{CF323CDE-610C-C04A-B397-7D850C91080E}" type="presOf" srcId="{502B4932-B03A-406E-A4AE-C7ADE2C3AD5C}" destId="{38192E26-F71B-E341-B91C-55049BDDEB6D}" srcOrd="0" destOrd="0" presId="urn:microsoft.com/office/officeart/2005/8/layout/vList5"/>
    <dgm:cxn modelId="{D07E5CEE-C897-4984-8BAB-E65F8301ACB6}" srcId="{8F889C26-1B3F-480D-940A-78DC7C36F249}" destId="{7B9F0972-FCED-4817-854D-43640DE47DEB}" srcOrd="12" destOrd="0" parTransId="{576ED729-F860-4D27-AB69-FEEADFEB1F8F}" sibTransId="{866D0EF9-9B75-4C1B-811B-8255F6C12C7E}"/>
    <dgm:cxn modelId="{E20316F0-D8AB-AD4D-874A-7BE968237FE4}" type="presOf" srcId="{8F889C26-1B3F-480D-940A-78DC7C36F249}" destId="{F3628AB8-98EC-9947-85B6-9272E76D33D1}" srcOrd="0" destOrd="0" presId="urn:microsoft.com/office/officeart/2005/8/layout/vList5"/>
    <dgm:cxn modelId="{BD08E7FF-C55E-4F69-9A18-EB61433767B9}" srcId="{8F889C26-1B3F-480D-940A-78DC7C36F249}" destId="{2C8D0CDA-3F1C-4938-8896-8021E6DFDC54}" srcOrd="10" destOrd="0" parTransId="{51A640BB-544B-4EC3-A75D-D9FDBA11A1D7}" sibTransId="{735FACCF-0DF0-4C1C-A903-B05DB3516D5F}"/>
    <dgm:cxn modelId="{4E00A6F3-16A4-3B49-8CCC-37F682805218}" type="presParOf" srcId="{F3628AB8-98EC-9947-85B6-9272E76D33D1}" destId="{F7232D05-E617-9448-95BF-E7372EF012DB}" srcOrd="0" destOrd="0" presId="urn:microsoft.com/office/officeart/2005/8/layout/vList5"/>
    <dgm:cxn modelId="{0A0ECCD6-E2DE-A845-BF07-DDC1A8C5CC37}" type="presParOf" srcId="{F7232D05-E617-9448-95BF-E7372EF012DB}" destId="{339CB9F2-5CF5-1A47-A29F-54067442EB2B}" srcOrd="0" destOrd="0" presId="urn:microsoft.com/office/officeart/2005/8/layout/vList5"/>
    <dgm:cxn modelId="{3B71A66C-E257-8C44-A1B5-C69DF528AA80}" type="presParOf" srcId="{F3628AB8-98EC-9947-85B6-9272E76D33D1}" destId="{2DC27C6C-1C4E-2D48-90D9-028BE711B1FB}" srcOrd="1" destOrd="0" presId="urn:microsoft.com/office/officeart/2005/8/layout/vList5"/>
    <dgm:cxn modelId="{11547339-9BD8-C440-9771-10C160CC42FE}" type="presParOf" srcId="{F3628AB8-98EC-9947-85B6-9272E76D33D1}" destId="{D46F9F6F-24B7-1641-8CB4-4CCA8E80BB95}" srcOrd="2" destOrd="0" presId="urn:microsoft.com/office/officeart/2005/8/layout/vList5"/>
    <dgm:cxn modelId="{9C91F17A-A67D-8E40-9405-159F65B4C91A}" type="presParOf" srcId="{D46F9F6F-24B7-1641-8CB4-4CCA8E80BB95}" destId="{90C00FF3-4AF5-EA48-B9F9-E7FBA1C2650A}" srcOrd="0" destOrd="0" presId="urn:microsoft.com/office/officeart/2005/8/layout/vList5"/>
    <dgm:cxn modelId="{F723EA93-197E-BA44-B031-EC27B60B7257}" type="presParOf" srcId="{F3628AB8-98EC-9947-85B6-9272E76D33D1}" destId="{74B9BF0E-9626-AD48-9704-BA3C47847B47}" srcOrd="3" destOrd="0" presId="urn:microsoft.com/office/officeart/2005/8/layout/vList5"/>
    <dgm:cxn modelId="{50531456-2487-AF4B-9C67-A205EDC6017E}" type="presParOf" srcId="{F3628AB8-98EC-9947-85B6-9272E76D33D1}" destId="{9EFC564D-74B8-5A4C-80FA-FF0C6DF5ED9B}" srcOrd="4" destOrd="0" presId="urn:microsoft.com/office/officeart/2005/8/layout/vList5"/>
    <dgm:cxn modelId="{0766B17B-2FD9-014F-9098-3B02913BA166}" type="presParOf" srcId="{9EFC564D-74B8-5A4C-80FA-FF0C6DF5ED9B}" destId="{39707687-0D9F-B242-BBBF-0B2B167A1E61}" srcOrd="0" destOrd="0" presId="urn:microsoft.com/office/officeart/2005/8/layout/vList5"/>
    <dgm:cxn modelId="{B9637CAF-6E97-DC4A-8E51-962D9CBAE6D1}" type="presParOf" srcId="{F3628AB8-98EC-9947-85B6-9272E76D33D1}" destId="{03D5532C-5AE0-5B4C-BF98-1E517705F914}" srcOrd="5" destOrd="0" presId="urn:microsoft.com/office/officeart/2005/8/layout/vList5"/>
    <dgm:cxn modelId="{347FAB37-5734-6E49-85C3-D2A93DCF22F0}" type="presParOf" srcId="{F3628AB8-98EC-9947-85B6-9272E76D33D1}" destId="{BA0F6135-4002-8A46-84DA-45FB07FDB8B9}" srcOrd="6" destOrd="0" presId="urn:microsoft.com/office/officeart/2005/8/layout/vList5"/>
    <dgm:cxn modelId="{1AB12798-9DA8-244E-9DCA-403F490BC04E}" type="presParOf" srcId="{BA0F6135-4002-8A46-84DA-45FB07FDB8B9}" destId="{EDBE2F5B-37F9-154A-B3B2-577E2D9D9C73}" srcOrd="0" destOrd="0" presId="urn:microsoft.com/office/officeart/2005/8/layout/vList5"/>
    <dgm:cxn modelId="{3F675F43-470D-F64A-B027-0BFD7083FE13}" type="presParOf" srcId="{F3628AB8-98EC-9947-85B6-9272E76D33D1}" destId="{3C09E7CE-5134-B745-8B21-31331957C172}" srcOrd="7" destOrd="0" presId="urn:microsoft.com/office/officeart/2005/8/layout/vList5"/>
    <dgm:cxn modelId="{E574E200-98B6-2546-B356-4B053B5A0E6A}" type="presParOf" srcId="{F3628AB8-98EC-9947-85B6-9272E76D33D1}" destId="{DA05580C-3095-B448-9E85-4BC26C5B0D63}" srcOrd="8" destOrd="0" presId="urn:microsoft.com/office/officeart/2005/8/layout/vList5"/>
    <dgm:cxn modelId="{07DAA202-A171-C64E-B77B-FD442238CD58}" type="presParOf" srcId="{DA05580C-3095-B448-9E85-4BC26C5B0D63}" destId="{FD5AC714-EA82-8A4A-983F-C36BF0206A1C}" srcOrd="0" destOrd="0" presId="urn:microsoft.com/office/officeart/2005/8/layout/vList5"/>
    <dgm:cxn modelId="{CFD7914E-7EC8-B442-8AFB-11D82D990CA9}" type="presParOf" srcId="{F3628AB8-98EC-9947-85B6-9272E76D33D1}" destId="{09DFB00C-5103-004B-B64A-E0EDE140BB51}" srcOrd="9" destOrd="0" presId="urn:microsoft.com/office/officeart/2005/8/layout/vList5"/>
    <dgm:cxn modelId="{42D6EA01-8876-EC43-8D76-20A6BBC33404}" type="presParOf" srcId="{F3628AB8-98EC-9947-85B6-9272E76D33D1}" destId="{5C0507C0-88E9-2448-B4B0-227D826CD474}" srcOrd="10" destOrd="0" presId="urn:microsoft.com/office/officeart/2005/8/layout/vList5"/>
    <dgm:cxn modelId="{186D77EC-C8BC-9744-88BD-99C3DD805F99}" type="presParOf" srcId="{5C0507C0-88E9-2448-B4B0-227D826CD474}" destId="{DA865FAE-9FFD-F847-898C-E5C5DCE8AD57}" srcOrd="0" destOrd="0" presId="urn:microsoft.com/office/officeart/2005/8/layout/vList5"/>
    <dgm:cxn modelId="{E487C850-2845-4E44-9B8C-E71839A99D04}" type="presParOf" srcId="{F3628AB8-98EC-9947-85B6-9272E76D33D1}" destId="{BC95766C-D1DC-124F-A85D-9A8C6450ADF6}" srcOrd="11" destOrd="0" presId="urn:microsoft.com/office/officeart/2005/8/layout/vList5"/>
    <dgm:cxn modelId="{5FF6EFF3-DF33-DF4A-B072-7350AB2C5B81}" type="presParOf" srcId="{F3628AB8-98EC-9947-85B6-9272E76D33D1}" destId="{7B5FF2BD-4DA7-EC44-B010-9BA859EE0F6C}" srcOrd="12" destOrd="0" presId="urn:microsoft.com/office/officeart/2005/8/layout/vList5"/>
    <dgm:cxn modelId="{7E79D097-C74A-9F4B-A182-2EF96B32D1FC}" type="presParOf" srcId="{7B5FF2BD-4DA7-EC44-B010-9BA859EE0F6C}" destId="{AD4ED9FC-2248-3349-A1CA-32B639AF6A4C}" srcOrd="0" destOrd="0" presId="urn:microsoft.com/office/officeart/2005/8/layout/vList5"/>
    <dgm:cxn modelId="{0E83EBC6-6265-144D-85A4-4CBC5C840668}" type="presParOf" srcId="{F3628AB8-98EC-9947-85B6-9272E76D33D1}" destId="{BE48E288-5ABE-A246-8FF0-F73198A56A84}" srcOrd="13" destOrd="0" presId="urn:microsoft.com/office/officeart/2005/8/layout/vList5"/>
    <dgm:cxn modelId="{5C7D4E48-838B-D14E-8144-4EFBFC471275}" type="presParOf" srcId="{F3628AB8-98EC-9947-85B6-9272E76D33D1}" destId="{7FEF848B-152B-DF4B-9FBA-D27DE43F2DCA}" srcOrd="14" destOrd="0" presId="urn:microsoft.com/office/officeart/2005/8/layout/vList5"/>
    <dgm:cxn modelId="{E92A0624-2D3E-4548-8C5E-33F43244BE8D}" type="presParOf" srcId="{7FEF848B-152B-DF4B-9FBA-D27DE43F2DCA}" destId="{6EF0514D-CC82-BD49-9DFB-B3E9D3B80064}" srcOrd="0" destOrd="0" presId="urn:microsoft.com/office/officeart/2005/8/layout/vList5"/>
    <dgm:cxn modelId="{5698108A-ADC9-E348-AB13-0A2D1DCF3247}" type="presParOf" srcId="{F3628AB8-98EC-9947-85B6-9272E76D33D1}" destId="{AFF947E9-9E20-1445-9FA7-60FF81A57D30}" srcOrd="15" destOrd="0" presId="urn:microsoft.com/office/officeart/2005/8/layout/vList5"/>
    <dgm:cxn modelId="{A2DB4028-7758-7740-9BB2-B38CC0148763}" type="presParOf" srcId="{F3628AB8-98EC-9947-85B6-9272E76D33D1}" destId="{8F1F5D06-7837-344A-BA7C-50791628C553}" srcOrd="16" destOrd="0" presId="urn:microsoft.com/office/officeart/2005/8/layout/vList5"/>
    <dgm:cxn modelId="{CA9ABF87-404C-2B45-979C-8F57BC466553}" type="presParOf" srcId="{8F1F5D06-7837-344A-BA7C-50791628C553}" destId="{98316E97-5D64-3247-9819-55CD1D6146FF}" srcOrd="0" destOrd="0" presId="urn:microsoft.com/office/officeart/2005/8/layout/vList5"/>
    <dgm:cxn modelId="{45B58FF7-AD28-2443-A0A1-1027AE19D108}" type="presParOf" srcId="{F3628AB8-98EC-9947-85B6-9272E76D33D1}" destId="{F108F548-4C3F-574C-B004-2788F7FB3749}" srcOrd="17" destOrd="0" presId="urn:microsoft.com/office/officeart/2005/8/layout/vList5"/>
    <dgm:cxn modelId="{1F7967BE-3768-4F4E-85FE-BFD4EC440A76}" type="presParOf" srcId="{F3628AB8-98EC-9947-85B6-9272E76D33D1}" destId="{02CF34D5-495B-2D46-8EE4-1D57E3AC0160}" srcOrd="18" destOrd="0" presId="urn:microsoft.com/office/officeart/2005/8/layout/vList5"/>
    <dgm:cxn modelId="{8EBB9666-6FF7-F540-B4F1-74DF34DD3C49}" type="presParOf" srcId="{02CF34D5-495B-2D46-8EE4-1D57E3AC0160}" destId="{4EA9B9EC-71CC-F24F-83A2-E7153223BD3F}" srcOrd="0" destOrd="0" presId="urn:microsoft.com/office/officeart/2005/8/layout/vList5"/>
    <dgm:cxn modelId="{A9A2713D-6656-2B4C-AB4B-93428695BDC8}" type="presParOf" srcId="{F3628AB8-98EC-9947-85B6-9272E76D33D1}" destId="{9E54D0DD-FEFE-934E-AA2C-DAF42C04B1A3}" srcOrd="19" destOrd="0" presId="urn:microsoft.com/office/officeart/2005/8/layout/vList5"/>
    <dgm:cxn modelId="{A44EFE6E-FD34-DD4E-A059-8D3F5D5F1670}" type="presParOf" srcId="{F3628AB8-98EC-9947-85B6-9272E76D33D1}" destId="{30768211-2C5C-E64A-9641-3FD406953A54}" srcOrd="20" destOrd="0" presId="urn:microsoft.com/office/officeart/2005/8/layout/vList5"/>
    <dgm:cxn modelId="{0368E0B3-6A99-6A4A-B9DC-7F27D397F83C}" type="presParOf" srcId="{30768211-2C5C-E64A-9641-3FD406953A54}" destId="{F9A5F1C6-2BBD-C34B-9F17-A01943E3E093}" srcOrd="0" destOrd="0" presId="urn:microsoft.com/office/officeart/2005/8/layout/vList5"/>
    <dgm:cxn modelId="{944C044F-4B36-B246-BE43-061F53736B69}" type="presParOf" srcId="{F3628AB8-98EC-9947-85B6-9272E76D33D1}" destId="{70B82F66-0507-0D46-B470-78F9012D474F}" srcOrd="21" destOrd="0" presId="urn:microsoft.com/office/officeart/2005/8/layout/vList5"/>
    <dgm:cxn modelId="{2958FB09-9A22-2B4C-82AB-1511CA5192C9}" type="presParOf" srcId="{F3628AB8-98EC-9947-85B6-9272E76D33D1}" destId="{AACF6FC1-C63D-C848-8E90-072B36034026}" srcOrd="22" destOrd="0" presId="urn:microsoft.com/office/officeart/2005/8/layout/vList5"/>
    <dgm:cxn modelId="{527CBCBF-7AA4-4A45-B86E-68CB21616D3C}" type="presParOf" srcId="{AACF6FC1-C63D-C848-8E90-072B36034026}" destId="{38192E26-F71B-E341-B91C-55049BDDEB6D}" srcOrd="0" destOrd="0" presId="urn:microsoft.com/office/officeart/2005/8/layout/vList5"/>
    <dgm:cxn modelId="{0BCAB15D-EE1A-474E-9FDD-A34169F18F79}" type="presParOf" srcId="{F3628AB8-98EC-9947-85B6-9272E76D33D1}" destId="{6F64EBE3-3E3A-7F40-AB19-3854D175BB3E}" srcOrd="23" destOrd="0" presId="urn:microsoft.com/office/officeart/2005/8/layout/vList5"/>
    <dgm:cxn modelId="{9B91F828-DDF6-9E48-8516-E66070532206}" type="presParOf" srcId="{F3628AB8-98EC-9947-85B6-9272E76D33D1}" destId="{069D6F7B-58F1-1248-84D3-ABF504FE7F70}" srcOrd="24" destOrd="0" presId="urn:microsoft.com/office/officeart/2005/8/layout/vList5"/>
    <dgm:cxn modelId="{0A9E34BF-2E2B-8045-A1D0-7FFF7089C968}" type="presParOf" srcId="{069D6F7B-58F1-1248-84D3-ABF504FE7F70}" destId="{D9EE11CE-A95F-194D-A383-871376E8006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37E118-88B2-4B9B-8265-21F50478204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4660DBD-3ED0-4D94-BE8F-44763C443024}">
      <dgm:prSet custT="1"/>
      <dgm:spPr/>
      <dgm:t>
        <a:bodyPr/>
        <a:lstStyle/>
        <a:p>
          <a:r>
            <a:rPr lang="en-US" sz="2000"/>
            <a:t>Airline</a:t>
          </a:r>
        </a:p>
      </dgm:t>
    </dgm:pt>
    <dgm:pt modelId="{97AE681A-C5BC-44CF-A387-1CDECDDAE2EA}" type="parTrans" cxnId="{378D1303-8722-4F6A-82C2-B368B9568F6F}">
      <dgm:prSet/>
      <dgm:spPr/>
      <dgm:t>
        <a:bodyPr/>
        <a:lstStyle/>
        <a:p>
          <a:endParaRPr lang="en-US"/>
        </a:p>
      </dgm:t>
    </dgm:pt>
    <dgm:pt modelId="{15E2E561-E07A-46DE-9708-73111144B0C4}" type="sibTrans" cxnId="{378D1303-8722-4F6A-82C2-B368B9568F6F}">
      <dgm:prSet/>
      <dgm:spPr/>
      <dgm:t>
        <a:bodyPr/>
        <a:lstStyle/>
        <a:p>
          <a:endParaRPr lang="en-US"/>
        </a:p>
      </dgm:t>
    </dgm:pt>
    <dgm:pt modelId="{BF2A15C7-6074-4E75-9452-4EC825AA2CCA}">
      <dgm:prSet/>
      <dgm:spPr/>
      <dgm:t>
        <a:bodyPr/>
        <a:lstStyle/>
        <a:p>
          <a:r>
            <a:rPr lang="en-US"/>
            <a:t>OP_CARRIER_AIRLINE_ID → OP_UNIQUE_CARRIER</a:t>
          </a:r>
        </a:p>
      </dgm:t>
    </dgm:pt>
    <dgm:pt modelId="{08D7FFB6-4D14-404D-9017-F9E8332AD44C}" type="parTrans" cxnId="{A264194D-6D5F-4A42-A037-593307569004}">
      <dgm:prSet/>
      <dgm:spPr/>
      <dgm:t>
        <a:bodyPr/>
        <a:lstStyle/>
        <a:p>
          <a:endParaRPr lang="en-US"/>
        </a:p>
      </dgm:t>
    </dgm:pt>
    <dgm:pt modelId="{22BC4D11-F88B-4B16-ADBA-2E6682FB84E8}" type="sibTrans" cxnId="{A264194D-6D5F-4A42-A037-593307569004}">
      <dgm:prSet/>
      <dgm:spPr/>
      <dgm:t>
        <a:bodyPr/>
        <a:lstStyle/>
        <a:p>
          <a:endParaRPr lang="en-US"/>
        </a:p>
      </dgm:t>
    </dgm:pt>
    <dgm:pt modelId="{74D88330-327D-469D-BA9B-3BD220141EEB}">
      <dgm:prSet custT="1"/>
      <dgm:spPr/>
      <dgm:t>
        <a:bodyPr/>
        <a:lstStyle/>
        <a:p>
          <a:r>
            <a:rPr lang="en-US" sz="2000"/>
            <a:t>Airport</a:t>
          </a:r>
        </a:p>
      </dgm:t>
    </dgm:pt>
    <dgm:pt modelId="{8A79F8F1-6828-41B0-ACD6-0DFA2CA3EDDB}" type="parTrans" cxnId="{896822E7-EE95-43B3-AD4C-B595CB67D619}">
      <dgm:prSet/>
      <dgm:spPr/>
      <dgm:t>
        <a:bodyPr/>
        <a:lstStyle/>
        <a:p>
          <a:endParaRPr lang="en-US"/>
        </a:p>
      </dgm:t>
    </dgm:pt>
    <dgm:pt modelId="{2D75E445-AC01-4415-9FF6-DA19AB7E1722}" type="sibTrans" cxnId="{896822E7-EE95-43B3-AD4C-B595CB67D619}">
      <dgm:prSet/>
      <dgm:spPr/>
      <dgm:t>
        <a:bodyPr/>
        <a:lstStyle/>
        <a:p>
          <a:endParaRPr lang="en-US"/>
        </a:p>
      </dgm:t>
    </dgm:pt>
    <dgm:pt modelId="{03D4E632-17F3-4B90-99CC-D78F77409D41}">
      <dgm:prSet/>
      <dgm:spPr/>
      <dgm:t>
        <a:bodyPr/>
        <a:lstStyle/>
        <a:p>
          <a:r>
            <a:rPr lang="en-US"/>
            <a:t>AIRPORT_ID → IATA_CODE, CITY_NAME, STATE_ABR</a:t>
          </a:r>
        </a:p>
      </dgm:t>
    </dgm:pt>
    <dgm:pt modelId="{7D800368-4C57-49F8-B387-68AF804DB124}" type="parTrans" cxnId="{C467EE0E-9082-49FA-9E0E-7D24BD99BA9A}">
      <dgm:prSet/>
      <dgm:spPr/>
      <dgm:t>
        <a:bodyPr/>
        <a:lstStyle/>
        <a:p>
          <a:endParaRPr lang="en-US"/>
        </a:p>
      </dgm:t>
    </dgm:pt>
    <dgm:pt modelId="{5032DA7A-8DDB-4FA8-9638-C2F72522037E}" type="sibTrans" cxnId="{C467EE0E-9082-49FA-9E0E-7D24BD99BA9A}">
      <dgm:prSet/>
      <dgm:spPr/>
      <dgm:t>
        <a:bodyPr/>
        <a:lstStyle/>
        <a:p>
          <a:endParaRPr lang="en-US"/>
        </a:p>
      </dgm:t>
    </dgm:pt>
    <dgm:pt modelId="{EE0575C7-4D08-4ADC-BD82-05977485095C}">
      <dgm:prSet custT="1"/>
      <dgm:spPr/>
      <dgm:t>
        <a:bodyPr/>
        <a:lstStyle/>
        <a:p>
          <a:r>
            <a:rPr lang="en-US" sz="2000" dirty="0"/>
            <a:t>State</a:t>
          </a:r>
        </a:p>
      </dgm:t>
    </dgm:pt>
    <dgm:pt modelId="{3728B987-A5E2-404D-9A80-9C326DFA9D91}" type="parTrans" cxnId="{C833F3D7-BF0C-4301-B127-F81390E942BB}">
      <dgm:prSet/>
      <dgm:spPr/>
      <dgm:t>
        <a:bodyPr/>
        <a:lstStyle/>
        <a:p>
          <a:endParaRPr lang="en-US"/>
        </a:p>
      </dgm:t>
    </dgm:pt>
    <dgm:pt modelId="{C72D90B1-AD92-4420-89D7-F80CEA940CA2}" type="sibTrans" cxnId="{C833F3D7-BF0C-4301-B127-F81390E942BB}">
      <dgm:prSet/>
      <dgm:spPr/>
      <dgm:t>
        <a:bodyPr/>
        <a:lstStyle/>
        <a:p>
          <a:endParaRPr lang="en-US"/>
        </a:p>
      </dgm:t>
    </dgm:pt>
    <dgm:pt modelId="{3B20444B-2E99-428E-A573-C121B0700988}">
      <dgm:prSet/>
      <dgm:spPr/>
      <dgm:t>
        <a:bodyPr/>
        <a:lstStyle/>
        <a:p>
          <a:r>
            <a:rPr lang="en-US"/>
            <a:t>From state lookup file: STATE_ABR → STATE_NM</a:t>
          </a:r>
        </a:p>
      </dgm:t>
    </dgm:pt>
    <dgm:pt modelId="{AACB0CA4-F761-4DCB-ABD6-51E8D214CF3B}" type="parTrans" cxnId="{71C848A8-591A-4EBD-B183-87ED54E3879F}">
      <dgm:prSet/>
      <dgm:spPr/>
      <dgm:t>
        <a:bodyPr/>
        <a:lstStyle/>
        <a:p>
          <a:endParaRPr lang="en-US"/>
        </a:p>
      </dgm:t>
    </dgm:pt>
    <dgm:pt modelId="{0098BFA8-CB2B-464D-AD9C-E6AF529EE8A6}" type="sibTrans" cxnId="{71C848A8-591A-4EBD-B183-87ED54E3879F}">
      <dgm:prSet/>
      <dgm:spPr/>
      <dgm:t>
        <a:bodyPr/>
        <a:lstStyle/>
        <a:p>
          <a:endParaRPr lang="en-US"/>
        </a:p>
      </dgm:t>
    </dgm:pt>
    <dgm:pt modelId="{EABEB5B9-A7E0-48A3-B40D-17AEF979B040}">
      <dgm:prSet custT="1"/>
      <dgm:spPr/>
      <dgm:t>
        <a:bodyPr/>
        <a:lstStyle/>
        <a:p>
          <a:r>
            <a:rPr lang="en-US" sz="2000" dirty="0"/>
            <a:t>Time</a:t>
          </a:r>
          <a:r>
            <a:rPr lang="en-US" sz="2500" dirty="0"/>
            <a:t> </a:t>
          </a:r>
          <a:r>
            <a:rPr lang="en-US" sz="2000" dirty="0"/>
            <a:t>Period</a:t>
          </a:r>
        </a:p>
      </dgm:t>
    </dgm:pt>
    <dgm:pt modelId="{B2AC9A30-5126-4227-BB0A-DA8EF486864B}" type="parTrans" cxnId="{D9EB5A63-02FC-4F4A-94E2-489AC72DE79D}">
      <dgm:prSet/>
      <dgm:spPr/>
      <dgm:t>
        <a:bodyPr/>
        <a:lstStyle/>
        <a:p>
          <a:endParaRPr lang="en-US"/>
        </a:p>
      </dgm:t>
    </dgm:pt>
    <dgm:pt modelId="{2B15E80E-2B16-4022-A7BF-4A70CDD3CE7E}" type="sibTrans" cxnId="{D9EB5A63-02FC-4F4A-94E2-489AC72DE79D}">
      <dgm:prSet/>
      <dgm:spPr/>
      <dgm:t>
        <a:bodyPr/>
        <a:lstStyle/>
        <a:p>
          <a:endParaRPr lang="en-US"/>
        </a:p>
      </dgm:t>
    </dgm:pt>
    <dgm:pt modelId="{3E9547AE-92BB-45F2-9091-05B7DD228A88}">
      <dgm:prSet/>
      <dgm:spPr/>
      <dgm:t>
        <a:bodyPr/>
        <a:lstStyle/>
        <a:p>
          <a:r>
            <a:rPr lang="en-US"/>
            <a:t>FL_DATE → YEAR, QUARTER, MONTH, DAY_OF_MONTH, DAY_OF_WEEK</a:t>
          </a:r>
        </a:p>
      </dgm:t>
    </dgm:pt>
    <dgm:pt modelId="{D8D0B4C4-A3CE-4A24-B980-C968A94B3AB8}" type="parTrans" cxnId="{87496369-533F-452A-96DD-180CB7FD3EE8}">
      <dgm:prSet/>
      <dgm:spPr/>
      <dgm:t>
        <a:bodyPr/>
        <a:lstStyle/>
        <a:p>
          <a:endParaRPr lang="en-US"/>
        </a:p>
      </dgm:t>
    </dgm:pt>
    <dgm:pt modelId="{57BDA5A8-CF75-4BB0-B568-7547F492CC48}" type="sibTrans" cxnId="{87496369-533F-452A-96DD-180CB7FD3EE8}">
      <dgm:prSet/>
      <dgm:spPr/>
      <dgm:t>
        <a:bodyPr/>
        <a:lstStyle/>
        <a:p>
          <a:endParaRPr lang="en-US"/>
        </a:p>
      </dgm:t>
    </dgm:pt>
    <dgm:pt modelId="{69F76628-E0EA-4DC4-8845-A169A51CBD21}">
      <dgm:prSet custT="1"/>
      <dgm:spPr/>
      <dgm:t>
        <a:bodyPr/>
        <a:lstStyle/>
        <a:p>
          <a:r>
            <a:rPr lang="en-US" sz="2000" dirty="0"/>
            <a:t>Cancellation</a:t>
          </a:r>
        </a:p>
      </dgm:t>
    </dgm:pt>
    <dgm:pt modelId="{2536D26A-34F9-4C55-B3F0-EB9D183483AA}" type="parTrans" cxnId="{31F3E335-7AF6-4BB7-896A-48C76C92230B}">
      <dgm:prSet/>
      <dgm:spPr/>
      <dgm:t>
        <a:bodyPr/>
        <a:lstStyle/>
        <a:p>
          <a:endParaRPr lang="en-US"/>
        </a:p>
      </dgm:t>
    </dgm:pt>
    <dgm:pt modelId="{2E9AA419-4A64-40B7-8763-C9E2665AAC2D}" type="sibTrans" cxnId="{31F3E335-7AF6-4BB7-896A-48C76C92230B}">
      <dgm:prSet/>
      <dgm:spPr/>
      <dgm:t>
        <a:bodyPr/>
        <a:lstStyle/>
        <a:p>
          <a:endParaRPr lang="en-US"/>
        </a:p>
      </dgm:t>
    </dgm:pt>
    <dgm:pt modelId="{336397E9-AB62-48E4-B295-29B0275A9A1D}">
      <dgm:prSet/>
      <dgm:spPr/>
      <dgm:t>
        <a:bodyPr/>
        <a:lstStyle/>
        <a:p>
          <a:r>
            <a:rPr lang="en-US"/>
            <a:t>From cancellation lookup file: CANCELLATION_CODE → DESCRIPTION</a:t>
          </a:r>
        </a:p>
      </dgm:t>
    </dgm:pt>
    <dgm:pt modelId="{59AE9B93-78B0-4EAD-9A9D-6C6FA1990188}" type="parTrans" cxnId="{19CB639B-5473-4323-A9B0-FDCE04F6AB8C}">
      <dgm:prSet/>
      <dgm:spPr/>
      <dgm:t>
        <a:bodyPr/>
        <a:lstStyle/>
        <a:p>
          <a:endParaRPr lang="en-US"/>
        </a:p>
      </dgm:t>
    </dgm:pt>
    <dgm:pt modelId="{AAD29CDF-7544-41A1-9725-FCF272A71CFE}" type="sibTrans" cxnId="{19CB639B-5473-4323-A9B0-FDCE04F6AB8C}">
      <dgm:prSet/>
      <dgm:spPr/>
      <dgm:t>
        <a:bodyPr/>
        <a:lstStyle/>
        <a:p>
          <a:endParaRPr lang="en-US"/>
        </a:p>
      </dgm:t>
    </dgm:pt>
    <dgm:pt modelId="{EFA01260-785A-4CB8-AF6D-961F34A6DAD7}">
      <dgm:prSet custT="1"/>
      <dgm:spPr/>
      <dgm:t>
        <a:bodyPr/>
        <a:lstStyle/>
        <a:p>
          <a:r>
            <a:rPr lang="en-US" sz="2000" dirty="0"/>
            <a:t>Delay</a:t>
          </a:r>
          <a:r>
            <a:rPr lang="en-US" sz="2500" dirty="0"/>
            <a:t> </a:t>
          </a:r>
          <a:r>
            <a:rPr lang="en-US" sz="2000" dirty="0"/>
            <a:t>Type</a:t>
          </a:r>
        </a:p>
      </dgm:t>
    </dgm:pt>
    <dgm:pt modelId="{31BA90E5-7601-4D81-992A-37313E3ACEE2}" type="parTrans" cxnId="{03B07650-68F6-4C8E-A1B3-CF8EBECCD9B5}">
      <dgm:prSet/>
      <dgm:spPr/>
      <dgm:t>
        <a:bodyPr/>
        <a:lstStyle/>
        <a:p>
          <a:endParaRPr lang="en-US"/>
        </a:p>
      </dgm:t>
    </dgm:pt>
    <dgm:pt modelId="{D29FA85D-1FE4-4DE5-ACC5-4AD88002C303}" type="sibTrans" cxnId="{03B07650-68F6-4C8E-A1B3-CF8EBECCD9B5}">
      <dgm:prSet/>
      <dgm:spPr/>
      <dgm:t>
        <a:bodyPr/>
        <a:lstStyle/>
        <a:p>
          <a:endParaRPr lang="en-US"/>
        </a:p>
      </dgm:t>
    </dgm:pt>
    <dgm:pt modelId="{826CCAD6-3139-4C72-ADD8-1ACE989E0D16}">
      <dgm:prSet/>
      <dgm:spPr/>
      <dgm:t>
        <a:bodyPr/>
        <a:lstStyle/>
        <a:p>
          <a:r>
            <a:rPr lang="en-US"/>
            <a:t>DELAY_ID → NAME</a:t>
          </a:r>
        </a:p>
      </dgm:t>
    </dgm:pt>
    <dgm:pt modelId="{8BE8A064-28B6-43F0-8AB9-94DA9534173A}" type="parTrans" cxnId="{6E82C86A-9A48-4A6D-B94F-27E17FF78C82}">
      <dgm:prSet/>
      <dgm:spPr/>
      <dgm:t>
        <a:bodyPr/>
        <a:lstStyle/>
        <a:p>
          <a:endParaRPr lang="en-US"/>
        </a:p>
      </dgm:t>
    </dgm:pt>
    <dgm:pt modelId="{F813A5E5-96E0-48E1-8AB9-7C742931F67E}" type="sibTrans" cxnId="{6E82C86A-9A48-4A6D-B94F-27E17FF78C82}">
      <dgm:prSet/>
      <dgm:spPr/>
      <dgm:t>
        <a:bodyPr/>
        <a:lstStyle/>
        <a:p>
          <a:endParaRPr lang="en-US"/>
        </a:p>
      </dgm:t>
    </dgm:pt>
    <dgm:pt modelId="{8F585B5F-7DEC-4BDE-A8BF-869332B04AF3}">
      <dgm:prSet custT="1"/>
      <dgm:spPr/>
      <dgm:t>
        <a:bodyPr/>
        <a:lstStyle/>
        <a:p>
          <a:r>
            <a:rPr lang="en-US" sz="2000" dirty="0"/>
            <a:t>Route</a:t>
          </a:r>
        </a:p>
      </dgm:t>
    </dgm:pt>
    <dgm:pt modelId="{7B614A71-799A-4C2E-8F96-54850B21036C}" type="parTrans" cxnId="{BA165B0F-7EB6-4545-97DF-D9EE5312EC0A}">
      <dgm:prSet/>
      <dgm:spPr/>
      <dgm:t>
        <a:bodyPr/>
        <a:lstStyle/>
        <a:p>
          <a:endParaRPr lang="en-US"/>
        </a:p>
      </dgm:t>
    </dgm:pt>
    <dgm:pt modelId="{34EE0B70-9BC0-44AB-9F33-FCFB2DB9DB66}" type="sibTrans" cxnId="{BA165B0F-7EB6-4545-97DF-D9EE5312EC0A}">
      <dgm:prSet/>
      <dgm:spPr/>
      <dgm:t>
        <a:bodyPr/>
        <a:lstStyle/>
        <a:p>
          <a:endParaRPr lang="en-US"/>
        </a:p>
      </dgm:t>
    </dgm:pt>
    <dgm:pt modelId="{B37DA8AE-68F1-43DF-87E8-31F2CD585A69}">
      <dgm:prSet/>
      <dgm:spPr/>
      <dgm:t>
        <a:bodyPr/>
        <a:lstStyle/>
        <a:p>
          <a:r>
            <a:rPr lang="en-US"/>
            <a:t>ROUTE_ID → ORIGIN_AIRPORT_ID, DEST_AIRPORT_ID, DISTANCE</a:t>
          </a:r>
        </a:p>
      </dgm:t>
    </dgm:pt>
    <dgm:pt modelId="{27276A3B-A78C-412C-A3FB-3D775C4AE360}" type="parTrans" cxnId="{9957C17D-6287-447A-AB0C-1041B6D3FB1A}">
      <dgm:prSet/>
      <dgm:spPr/>
      <dgm:t>
        <a:bodyPr/>
        <a:lstStyle/>
        <a:p>
          <a:endParaRPr lang="en-US"/>
        </a:p>
      </dgm:t>
    </dgm:pt>
    <dgm:pt modelId="{56B31E47-A769-4F1B-B01E-4DE1067AD4D8}" type="sibTrans" cxnId="{9957C17D-6287-447A-AB0C-1041B6D3FB1A}">
      <dgm:prSet/>
      <dgm:spPr/>
      <dgm:t>
        <a:bodyPr/>
        <a:lstStyle/>
        <a:p>
          <a:endParaRPr lang="en-US"/>
        </a:p>
      </dgm:t>
    </dgm:pt>
    <dgm:pt modelId="{CBBCD4F3-0CCE-4CD2-9A9B-69C7846AC559}">
      <dgm:prSet custT="1"/>
      <dgm:spPr/>
      <dgm:t>
        <a:bodyPr/>
        <a:lstStyle/>
        <a:p>
          <a:r>
            <a:rPr lang="en-US" sz="2000" dirty="0"/>
            <a:t>Diversion</a:t>
          </a:r>
          <a:r>
            <a:rPr lang="en-US" sz="2500" dirty="0"/>
            <a:t> </a:t>
          </a:r>
          <a:r>
            <a:rPr lang="en-US" sz="2000" dirty="0"/>
            <a:t>Details</a:t>
          </a:r>
        </a:p>
      </dgm:t>
    </dgm:pt>
    <dgm:pt modelId="{A2AE1DB3-5237-49BE-9F5C-C9BF57BF8ABF}" type="parTrans" cxnId="{1F58C6A4-0DD7-4AC8-A50D-D6688CB956C8}">
      <dgm:prSet/>
      <dgm:spPr/>
      <dgm:t>
        <a:bodyPr/>
        <a:lstStyle/>
        <a:p>
          <a:endParaRPr lang="en-US"/>
        </a:p>
      </dgm:t>
    </dgm:pt>
    <dgm:pt modelId="{C5CBBD63-1F2C-44CC-9996-A7C3E2C40087}" type="sibTrans" cxnId="{1F58C6A4-0DD7-4AC8-A50D-D6688CB956C8}">
      <dgm:prSet/>
      <dgm:spPr/>
      <dgm:t>
        <a:bodyPr/>
        <a:lstStyle/>
        <a:p>
          <a:endParaRPr lang="en-US"/>
        </a:p>
      </dgm:t>
    </dgm:pt>
    <dgm:pt modelId="{87D3D81A-F844-4CA5-961C-2F2E906C5459}">
      <dgm:prSet/>
      <dgm:spPr/>
      <dgm:t>
        <a:bodyPr/>
        <a:lstStyle/>
        <a:p>
          <a:r>
            <a:rPr lang="en-US"/>
            <a:t>(FLIGHT_ID, DIVERSION_NUMBER) → DIV_AIRPORT_ID, DIV_TOTAL_GTIME</a:t>
          </a:r>
        </a:p>
      </dgm:t>
    </dgm:pt>
    <dgm:pt modelId="{9E70166D-C5A6-4867-B286-0F2B02E98B41}" type="parTrans" cxnId="{049DC48C-DD98-41E8-AE6B-9E9506AEB6DC}">
      <dgm:prSet/>
      <dgm:spPr/>
      <dgm:t>
        <a:bodyPr/>
        <a:lstStyle/>
        <a:p>
          <a:endParaRPr lang="en-US"/>
        </a:p>
      </dgm:t>
    </dgm:pt>
    <dgm:pt modelId="{ECCD5ADC-C4AD-4D3F-A38A-76F2F3F99FE9}" type="sibTrans" cxnId="{049DC48C-DD98-41E8-AE6B-9E9506AEB6DC}">
      <dgm:prSet/>
      <dgm:spPr/>
      <dgm:t>
        <a:bodyPr/>
        <a:lstStyle/>
        <a:p>
          <a:endParaRPr lang="en-US"/>
        </a:p>
      </dgm:t>
    </dgm:pt>
    <dgm:pt modelId="{76418605-9EFF-824F-B56D-6319993F8200}" type="pres">
      <dgm:prSet presAssocID="{5B37E118-88B2-4B9B-8265-21F504782043}" presName="Name0" presStyleCnt="0">
        <dgm:presLayoutVars>
          <dgm:dir/>
          <dgm:animLvl val="lvl"/>
          <dgm:resizeHandles val="exact"/>
        </dgm:presLayoutVars>
      </dgm:prSet>
      <dgm:spPr/>
    </dgm:pt>
    <dgm:pt modelId="{BAA7CEBF-BC97-EC42-97E3-EC318E7896F5}" type="pres">
      <dgm:prSet presAssocID="{A4660DBD-3ED0-4D94-BE8F-44763C443024}" presName="linNode" presStyleCnt="0"/>
      <dgm:spPr/>
    </dgm:pt>
    <dgm:pt modelId="{48A7ACD3-57B9-2C4D-A9BC-7861AEB3B7B7}" type="pres">
      <dgm:prSet presAssocID="{A4660DBD-3ED0-4D94-BE8F-44763C443024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30F02E19-B784-8743-8F4C-E51F293FC50E}" type="pres">
      <dgm:prSet presAssocID="{A4660DBD-3ED0-4D94-BE8F-44763C443024}" presName="descendantText" presStyleLbl="alignAccFollowNode1" presStyleIdx="0" presStyleCnt="8">
        <dgm:presLayoutVars>
          <dgm:bulletEnabled val="1"/>
        </dgm:presLayoutVars>
      </dgm:prSet>
      <dgm:spPr/>
    </dgm:pt>
    <dgm:pt modelId="{7790301A-D813-A545-9811-9138B5AA2CF0}" type="pres">
      <dgm:prSet presAssocID="{15E2E561-E07A-46DE-9708-73111144B0C4}" presName="sp" presStyleCnt="0"/>
      <dgm:spPr/>
    </dgm:pt>
    <dgm:pt modelId="{3B72A2BF-3BE5-4648-9FB8-DEB22A73902A}" type="pres">
      <dgm:prSet presAssocID="{74D88330-327D-469D-BA9B-3BD220141EEB}" presName="linNode" presStyleCnt="0"/>
      <dgm:spPr/>
    </dgm:pt>
    <dgm:pt modelId="{D36A1B67-83C5-EB4D-B4DD-5C9BA958B006}" type="pres">
      <dgm:prSet presAssocID="{74D88330-327D-469D-BA9B-3BD220141EEB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1DC3007A-C62F-8441-8A2E-30D801EE9B6B}" type="pres">
      <dgm:prSet presAssocID="{74D88330-327D-469D-BA9B-3BD220141EEB}" presName="descendantText" presStyleLbl="alignAccFollowNode1" presStyleIdx="1" presStyleCnt="8">
        <dgm:presLayoutVars>
          <dgm:bulletEnabled val="1"/>
        </dgm:presLayoutVars>
      </dgm:prSet>
      <dgm:spPr/>
    </dgm:pt>
    <dgm:pt modelId="{BDA7166F-323F-8649-BAA0-D51DBBAC529A}" type="pres">
      <dgm:prSet presAssocID="{2D75E445-AC01-4415-9FF6-DA19AB7E1722}" presName="sp" presStyleCnt="0"/>
      <dgm:spPr/>
    </dgm:pt>
    <dgm:pt modelId="{15D9080F-06A1-2845-AAC2-44779EE0D5CB}" type="pres">
      <dgm:prSet presAssocID="{EE0575C7-4D08-4ADC-BD82-05977485095C}" presName="linNode" presStyleCnt="0"/>
      <dgm:spPr/>
    </dgm:pt>
    <dgm:pt modelId="{4532232A-F2EB-CD45-B1A3-D29CA012E5E7}" type="pres">
      <dgm:prSet presAssocID="{EE0575C7-4D08-4ADC-BD82-05977485095C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15D06DEB-E383-B54E-B2D4-2E3B08E7A360}" type="pres">
      <dgm:prSet presAssocID="{EE0575C7-4D08-4ADC-BD82-05977485095C}" presName="descendantText" presStyleLbl="alignAccFollowNode1" presStyleIdx="2" presStyleCnt="8">
        <dgm:presLayoutVars>
          <dgm:bulletEnabled val="1"/>
        </dgm:presLayoutVars>
      </dgm:prSet>
      <dgm:spPr/>
    </dgm:pt>
    <dgm:pt modelId="{9E4A3FAC-F0EC-3D42-A7C0-48433C1EF9B2}" type="pres">
      <dgm:prSet presAssocID="{C72D90B1-AD92-4420-89D7-F80CEA940CA2}" presName="sp" presStyleCnt="0"/>
      <dgm:spPr/>
    </dgm:pt>
    <dgm:pt modelId="{587EF039-E626-9449-BFD3-D1037C072B73}" type="pres">
      <dgm:prSet presAssocID="{EABEB5B9-A7E0-48A3-B40D-17AEF979B040}" presName="linNode" presStyleCnt="0"/>
      <dgm:spPr/>
    </dgm:pt>
    <dgm:pt modelId="{3C4D1F73-E13A-B24C-AFBC-612C06B6C42A}" type="pres">
      <dgm:prSet presAssocID="{EABEB5B9-A7E0-48A3-B40D-17AEF979B040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CFC8BE45-E34D-F44D-82FE-8D0AE329BF95}" type="pres">
      <dgm:prSet presAssocID="{EABEB5B9-A7E0-48A3-B40D-17AEF979B040}" presName="descendantText" presStyleLbl="alignAccFollowNode1" presStyleIdx="3" presStyleCnt="8">
        <dgm:presLayoutVars>
          <dgm:bulletEnabled val="1"/>
        </dgm:presLayoutVars>
      </dgm:prSet>
      <dgm:spPr/>
    </dgm:pt>
    <dgm:pt modelId="{8DFD7C51-FA31-6548-A200-D1306EDE1142}" type="pres">
      <dgm:prSet presAssocID="{2B15E80E-2B16-4022-A7BF-4A70CDD3CE7E}" presName="sp" presStyleCnt="0"/>
      <dgm:spPr/>
    </dgm:pt>
    <dgm:pt modelId="{5017236F-7A61-8C4E-89F6-7DDBCB8B1932}" type="pres">
      <dgm:prSet presAssocID="{69F76628-E0EA-4DC4-8845-A169A51CBD21}" presName="linNode" presStyleCnt="0"/>
      <dgm:spPr/>
    </dgm:pt>
    <dgm:pt modelId="{E4A7F004-9D33-4B43-BA94-593DFB1667EC}" type="pres">
      <dgm:prSet presAssocID="{69F76628-E0EA-4DC4-8845-A169A51CBD21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43E7B433-AEFE-394B-B520-8D4AF561FCD3}" type="pres">
      <dgm:prSet presAssocID="{69F76628-E0EA-4DC4-8845-A169A51CBD21}" presName="descendantText" presStyleLbl="alignAccFollowNode1" presStyleIdx="4" presStyleCnt="8">
        <dgm:presLayoutVars>
          <dgm:bulletEnabled val="1"/>
        </dgm:presLayoutVars>
      </dgm:prSet>
      <dgm:spPr/>
    </dgm:pt>
    <dgm:pt modelId="{4C44A804-18B4-AC47-BD38-AB7ABA49E59C}" type="pres">
      <dgm:prSet presAssocID="{2E9AA419-4A64-40B7-8763-C9E2665AAC2D}" presName="sp" presStyleCnt="0"/>
      <dgm:spPr/>
    </dgm:pt>
    <dgm:pt modelId="{0B0B186E-81AB-5C4B-AA3B-D8EDF2FBB567}" type="pres">
      <dgm:prSet presAssocID="{EFA01260-785A-4CB8-AF6D-961F34A6DAD7}" presName="linNode" presStyleCnt="0"/>
      <dgm:spPr/>
    </dgm:pt>
    <dgm:pt modelId="{866BE670-D02B-9145-B907-6A45C03514AC}" type="pres">
      <dgm:prSet presAssocID="{EFA01260-785A-4CB8-AF6D-961F34A6DAD7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2BE3991C-24AE-1749-94E4-520A40D88700}" type="pres">
      <dgm:prSet presAssocID="{EFA01260-785A-4CB8-AF6D-961F34A6DAD7}" presName="descendantText" presStyleLbl="alignAccFollowNode1" presStyleIdx="5" presStyleCnt="8">
        <dgm:presLayoutVars>
          <dgm:bulletEnabled val="1"/>
        </dgm:presLayoutVars>
      </dgm:prSet>
      <dgm:spPr/>
    </dgm:pt>
    <dgm:pt modelId="{7E628304-9C36-214D-948A-6A851DC8AC92}" type="pres">
      <dgm:prSet presAssocID="{D29FA85D-1FE4-4DE5-ACC5-4AD88002C303}" presName="sp" presStyleCnt="0"/>
      <dgm:spPr/>
    </dgm:pt>
    <dgm:pt modelId="{4AC23FC4-3C58-3441-854E-1D61F1265FDA}" type="pres">
      <dgm:prSet presAssocID="{8F585B5F-7DEC-4BDE-A8BF-869332B04AF3}" presName="linNode" presStyleCnt="0"/>
      <dgm:spPr/>
    </dgm:pt>
    <dgm:pt modelId="{E49C9539-FEB8-7D48-A11B-FA17772CBE7B}" type="pres">
      <dgm:prSet presAssocID="{8F585B5F-7DEC-4BDE-A8BF-869332B04AF3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684D09B1-8DBE-4B42-BA96-2C93FA396D9E}" type="pres">
      <dgm:prSet presAssocID="{8F585B5F-7DEC-4BDE-A8BF-869332B04AF3}" presName="descendantText" presStyleLbl="alignAccFollowNode1" presStyleIdx="6" presStyleCnt="8">
        <dgm:presLayoutVars>
          <dgm:bulletEnabled val="1"/>
        </dgm:presLayoutVars>
      </dgm:prSet>
      <dgm:spPr/>
    </dgm:pt>
    <dgm:pt modelId="{81ED028A-512E-E04E-8DB2-26E0FA243D2A}" type="pres">
      <dgm:prSet presAssocID="{34EE0B70-9BC0-44AB-9F33-FCFB2DB9DB66}" presName="sp" presStyleCnt="0"/>
      <dgm:spPr/>
    </dgm:pt>
    <dgm:pt modelId="{8998B517-FFD6-6245-9397-0080651ADFD5}" type="pres">
      <dgm:prSet presAssocID="{CBBCD4F3-0CCE-4CD2-9A9B-69C7846AC559}" presName="linNode" presStyleCnt="0"/>
      <dgm:spPr/>
    </dgm:pt>
    <dgm:pt modelId="{3B98E98D-D3E7-7843-8A7D-7F8BB79FAA9B}" type="pres">
      <dgm:prSet presAssocID="{CBBCD4F3-0CCE-4CD2-9A9B-69C7846AC559}" presName="parentText" presStyleLbl="node1" presStyleIdx="7" presStyleCnt="8">
        <dgm:presLayoutVars>
          <dgm:chMax val="1"/>
          <dgm:bulletEnabled val="1"/>
        </dgm:presLayoutVars>
      </dgm:prSet>
      <dgm:spPr/>
    </dgm:pt>
    <dgm:pt modelId="{4C2F1F33-F1C2-964D-83C5-781A78231B59}" type="pres">
      <dgm:prSet presAssocID="{CBBCD4F3-0CCE-4CD2-9A9B-69C7846AC559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378D1303-8722-4F6A-82C2-B368B9568F6F}" srcId="{5B37E118-88B2-4B9B-8265-21F504782043}" destId="{A4660DBD-3ED0-4D94-BE8F-44763C443024}" srcOrd="0" destOrd="0" parTransId="{97AE681A-C5BC-44CF-A387-1CDECDDAE2EA}" sibTransId="{15E2E561-E07A-46DE-9708-73111144B0C4}"/>
    <dgm:cxn modelId="{300E6506-BB92-7E46-94C6-0189808D860B}" type="presOf" srcId="{3E9547AE-92BB-45F2-9091-05B7DD228A88}" destId="{CFC8BE45-E34D-F44D-82FE-8D0AE329BF95}" srcOrd="0" destOrd="0" presId="urn:microsoft.com/office/officeart/2005/8/layout/vList5"/>
    <dgm:cxn modelId="{C467EE0E-9082-49FA-9E0E-7D24BD99BA9A}" srcId="{74D88330-327D-469D-BA9B-3BD220141EEB}" destId="{03D4E632-17F3-4B90-99CC-D78F77409D41}" srcOrd="0" destOrd="0" parTransId="{7D800368-4C57-49F8-B387-68AF804DB124}" sibTransId="{5032DA7A-8DDB-4FA8-9638-C2F72522037E}"/>
    <dgm:cxn modelId="{BA165B0F-7EB6-4545-97DF-D9EE5312EC0A}" srcId="{5B37E118-88B2-4B9B-8265-21F504782043}" destId="{8F585B5F-7DEC-4BDE-A8BF-869332B04AF3}" srcOrd="6" destOrd="0" parTransId="{7B614A71-799A-4C2E-8F96-54850B21036C}" sibTransId="{34EE0B70-9BC0-44AB-9F33-FCFB2DB9DB66}"/>
    <dgm:cxn modelId="{05C17620-063D-EF4C-999B-37A464E82C7B}" type="presOf" srcId="{EE0575C7-4D08-4ADC-BD82-05977485095C}" destId="{4532232A-F2EB-CD45-B1A3-D29CA012E5E7}" srcOrd="0" destOrd="0" presId="urn:microsoft.com/office/officeart/2005/8/layout/vList5"/>
    <dgm:cxn modelId="{31F3E335-7AF6-4BB7-896A-48C76C92230B}" srcId="{5B37E118-88B2-4B9B-8265-21F504782043}" destId="{69F76628-E0EA-4DC4-8845-A169A51CBD21}" srcOrd="4" destOrd="0" parTransId="{2536D26A-34F9-4C55-B3F0-EB9D183483AA}" sibTransId="{2E9AA419-4A64-40B7-8763-C9E2665AAC2D}"/>
    <dgm:cxn modelId="{D81AFE3B-1591-DB47-90AE-4CC2169EF719}" type="presOf" srcId="{336397E9-AB62-48E4-B295-29B0275A9A1D}" destId="{43E7B433-AEFE-394B-B520-8D4AF561FCD3}" srcOrd="0" destOrd="0" presId="urn:microsoft.com/office/officeart/2005/8/layout/vList5"/>
    <dgm:cxn modelId="{7CF5F84B-712C-2B47-AC87-5271D7AB575E}" type="presOf" srcId="{826CCAD6-3139-4C72-ADD8-1ACE989E0D16}" destId="{2BE3991C-24AE-1749-94E4-520A40D88700}" srcOrd="0" destOrd="0" presId="urn:microsoft.com/office/officeart/2005/8/layout/vList5"/>
    <dgm:cxn modelId="{A264194D-6D5F-4A42-A037-593307569004}" srcId="{A4660DBD-3ED0-4D94-BE8F-44763C443024}" destId="{BF2A15C7-6074-4E75-9452-4EC825AA2CCA}" srcOrd="0" destOrd="0" parTransId="{08D7FFB6-4D14-404D-9017-F9E8332AD44C}" sibTransId="{22BC4D11-F88B-4B16-ADBA-2E6682FB84E8}"/>
    <dgm:cxn modelId="{03B07650-68F6-4C8E-A1B3-CF8EBECCD9B5}" srcId="{5B37E118-88B2-4B9B-8265-21F504782043}" destId="{EFA01260-785A-4CB8-AF6D-961F34A6DAD7}" srcOrd="5" destOrd="0" parTransId="{31BA90E5-7601-4D81-992A-37313E3ACEE2}" sibTransId="{D29FA85D-1FE4-4DE5-ACC5-4AD88002C303}"/>
    <dgm:cxn modelId="{D9EB5A63-02FC-4F4A-94E2-489AC72DE79D}" srcId="{5B37E118-88B2-4B9B-8265-21F504782043}" destId="{EABEB5B9-A7E0-48A3-B40D-17AEF979B040}" srcOrd="3" destOrd="0" parTransId="{B2AC9A30-5126-4227-BB0A-DA8EF486864B}" sibTransId="{2B15E80E-2B16-4022-A7BF-4A70CDD3CE7E}"/>
    <dgm:cxn modelId="{87496369-533F-452A-96DD-180CB7FD3EE8}" srcId="{EABEB5B9-A7E0-48A3-B40D-17AEF979B040}" destId="{3E9547AE-92BB-45F2-9091-05B7DD228A88}" srcOrd="0" destOrd="0" parTransId="{D8D0B4C4-A3CE-4A24-B980-C968A94B3AB8}" sibTransId="{57BDA5A8-CF75-4BB0-B568-7547F492CC48}"/>
    <dgm:cxn modelId="{6E82C86A-9A48-4A6D-B94F-27E17FF78C82}" srcId="{EFA01260-785A-4CB8-AF6D-961F34A6DAD7}" destId="{826CCAD6-3139-4C72-ADD8-1ACE989E0D16}" srcOrd="0" destOrd="0" parTransId="{8BE8A064-28B6-43F0-8AB9-94DA9534173A}" sibTransId="{F813A5E5-96E0-48E1-8AB9-7C742931F67E}"/>
    <dgm:cxn modelId="{9957C17D-6287-447A-AB0C-1041B6D3FB1A}" srcId="{8F585B5F-7DEC-4BDE-A8BF-869332B04AF3}" destId="{B37DA8AE-68F1-43DF-87E8-31F2CD585A69}" srcOrd="0" destOrd="0" parTransId="{27276A3B-A78C-412C-A3FB-3D775C4AE360}" sibTransId="{56B31E47-A769-4F1B-B01E-4DE1067AD4D8}"/>
    <dgm:cxn modelId="{E1E4BE7F-F387-2143-8BD2-70C814BE438D}" type="presOf" srcId="{EFA01260-785A-4CB8-AF6D-961F34A6DAD7}" destId="{866BE670-D02B-9145-B907-6A45C03514AC}" srcOrd="0" destOrd="0" presId="urn:microsoft.com/office/officeart/2005/8/layout/vList5"/>
    <dgm:cxn modelId="{D761D97F-0856-CC40-88D1-8EAA207B0873}" type="presOf" srcId="{A4660DBD-3ED0-4D94-BE8F-44763C443024}" destId="{48A7ACD3-57B9-2C4D-A9BC-7861AEB3B7B7}" srcOrd="0" destOrd="0" presId="urn:microsoft.com/office/officeart/2005/8/layout/vList5"/>
    <dgm:cxn modelId="{6CD99684-B7EC-C240-870D-3BEF4FD5F5C6}" type="presOf" srcId="{BF2A15C7-6074-4E75-9452-4EC825AA2CCA}" destId="{30F02E19-B784-8743-8F4C-E51F293FC50E}" srcOrd="0" destOrd="0" presId="urn:microsoft.com/office/officeart/2005/8/layout/vList5"/>
    <dgm:cxn modelId="{5B8C4586-1E04-1544-8B9F-EB57638CFB77}" type="presOf" srcId="{8F585B5F-7DEC-4BDE-A8BF-869332B04AF3}" destId="{E49C9539-FEB8-7D48-A11B-FA17772CBE7B}" srcOrd="0" destOrd="0" presId="urn:microsoft.com/office/officeart/2005/8/layout/vList5"/>
    <dgm:cxn modelId="{049DC48C-DD98-41E8-AE6B-9E9506AEB6DC}" srcId="{CBBCD4F3-0CCE-4CD2-9A9B-69C7846AC559}" destId="{87D3D81A-F844-4CA5-961C-2F2E906C5459}" srcOrd="0" destOrd="0" parTransId="{9E70166D-C5A6-4867-B286-0F2B02E98B41}" sibTransId="{ECCD5ADC-C4AD-4D3F-A38A-76F2F3F99FE9}"/>
    <dgm:cxn modelId="{52C0A28E-644E-DB4C-A78D-8DA5890BEFA7}" type="presOf" srcId="{3B20444B-2E99-428E-A573-C121B0700988}" destId="{15D06DEB-E383-B54E-B2D4-2E3B08E7A360}" srcOrd="0" destOrd="0" presId="urn:microsoft.com/office/officeart/2005/8/layout/vList5"/>
    <dgm:cxn modelId="{19CB639B-5473-4323-A9B0-FDCE04F6AB8C}" srcId="{69F76628-E0EA-4DC4-8845-A169A51CBD21}" destId="{336397E9-AB62-48E4-B295-29B0275A9A1D}" srcOrd="0" destOrd="0" parTransId="{59AE9B93-78B0-4EAD-9A9D-6C6FA1990188}" sibTransId="{AAD29CDF-7544-41A1-9725-FCF272A71CFE}"/>
    <dgm:cxn modelId="{1F58C6A4-0DD7-4AC8-A50D-D6688CB956C8}" srcId="{5B37E118-88B2-4B9B-8265-21F504782043}" destId="{CBBCD4F3-0CCE-4CD2-9A9B-69C7846AC559}" srcOrd="7" destOrd="0" parTransId="{A2AE1DB3-5237-49BE-9F5C-C9BF57BF8ABF}" sibTransId="{C5CBBD63-1F2C-44CC-9996-A7C3E2C40087}"/>
    <dgm:cxn modelId="{71C848A8-591A-4EBD-B183-87ED54E3879F}" srcId="{EE0575C7-4D08-4ADC-BD82-05977485095C}" destId="{3B20444B-2E99-428E-A573-C121B0700988}" srcOrd="0" destOrd="0" parTransId="{AACB0CA4-F761-4DCB-ABD6-51E8D214CF3B}" sibTransId="{0098BFA8-CB2B-464D-AD9C-E6AF529EE8A6}"/>
    <dgm:cxn modelId="{33AF59BA-C575-C844-ADE2-2B14566AC9A6}" type="presOf" srcId="{5B37E118-88B2-4B9B-8265-21F504782043}" destId="{76418605-9EFF-824F-B56D-6319993F8200}" srcOrd="0" destOrd="0" presId="urn:microsoft.com/office/officeart/2005/8/layout/vList5"/>
    <dgm:cxn modelId="{B16D07BC-3C19-5845-A133-4AEECC2442E9}" type="presOf" srcId="{03D4E632-17F3-4B90-99CC-D78F77409D41}" destId="{1DC3007A-C62F-8441-8A2E-30D801EE9B6B}" srcOrd="0" destOrd="0" presId="urn:microsoft.com/office/officeart/2005/8/layout/vList5"/>
    <dgm:cxn modelId="{C4AB46CF-3F8C-B949-AD35-8D8644517116}" type="presOf" srcId="{87D3D81A-F844-4CA5-961C-2F2E906C5459}" destId="{4C2F1F33-F1C2-964D-83C5-781A78231B59}" srcOrd="0" destOrd="0" presId="urn:microsoft.com/office/officeart/2005/8/layout/vList5"/>
    <dgm:cxn modelId="{043D6DD5-837A-8C45-BBDB-7903705AD702}" type="presOf" srcId="{69F76628-E0EA-4DC4-8845-A169A51CBD21}" destId="{E4A7F004-9D33-4B43-BA94-593DFB1667EC}" srcOrd="0" destOrd="0" presId="urn:microsoft.com/office/officeart/2005/8/layout/vList5"/>
    <dgm:cxn modelId="{C833F3D7-BF0C-4301-B127-F81390E942BB}" srcId="{5B37E118-88B2-4B9B-8265-21F504782043}" destId="{EE0575C7-4D08-4ADC-BD82-05977485095C}" srcOrd="2" destOrd="0" parTransId="{3728B987-A5E2-404D-9A80-9C326DFA9D91}" sibTransId="{C72D90B1-AD92-4420-89D7-F80CEA940CA2}"/>
    <dgm:cxn modelId="{5D43ABDC-D9C7-8348-AEA4-8A2281E3325A}" type="presOf" srcId="{CBBCD4F3-0CCE-4CD2-9A9B-69C7846AC559}" destId="{3B98E98D-D3E7-7843-8A7D-7F8BB79FAA9B}" srcOrd="0" destOrd="0" presId="urn:microsoft.com/office/officeart/2005/8/layout/vList5"/>
    <dgm:cxn modelId="{896822E7-EE95-43B3-AD4C-B595CB67D619}" srcId="{5B37E118-88B2-4B9B-8265-21F504782043}" destId="{74D88330-327D-469D-BA9B-3BD220141EEB}" srcOrd="1" destOrd="0" parTransId="{8A79F8F1-6828-41B0-ACD6-0DFA2CA3EDDB}" sibTransId="{2D75E445-AC01-4415-9FF6-DA19AB7E1722}"/>
    <dgm:cxn modelId="{CB2A3AE8-F21C-0445-B6C1-B870014D1170}" type="presOf" srcId="{B37DA8AE-68F1-43DF-87E8-31F2CD585A69}" destId="{684D09B1-8DBE-4B42-BA96-2C93FA396D9E}" srcOrd="0" destOrd="0" presId="urn:microsoft.com/office/officeart/2005/8/layout/vList5"/>
    <dgm:cxn modelId="{6FB86AEF-5735-2042-BEE0-D2CD31D38117}" type="presOf" srcId="{EABEB5B9-A7E0-48A3-B40D-17AEF979B040}" destId="{3C4D1F73-E13A-B24C-AFBC-612C06B6C42A}" srcOrd="0" destOrd="0" presId="urn:microsoft.com/office/officeart/2005/8/layout/vList5"/>
    <dgm:cxn modelId="{A29D8EF2-0FE3-8D46-ADD6-4C17488EB1EA}" type="presOf" srcId="{74D88330-327D-469D-BA9B-3BD220141EEB}" destId="{D36A1B67-83C5-EB4D-B4DD-5C9BA958B006}" srcOrd="0" destOrd="0" presId="urn:microsoft.com/office/officeart/2005/8/layout/vList5"/>
    <dgm:cxn modelId="{AC5602E6-A996-1B43-A2FB-E9E1C1A3610A}" type="presParOf" srcId="{76418605-9EFF-824F-B56D-6319993F8200}" destId="{BAA7CEBF-BC97-EC42-97E3-EC318E7896F5}" srcOrd="0" destOrd="0" presId="urn:microsoft.com/office/officeart/2005/8/layout/vList5"/>
    <dgm:cxn modelId="{D58E5C1A-EE02-1946-BD15-9D6F5E8EED0E}" type="presParOf" srcId="{BAA7CEBF-BC97-EC42-97E3-EC318E7896F5}" destId="{48A7ACD3-57B9-2C4D-A9BC-7861AEB3B7B7}" srcOrd="0" destOrd="0" presId="urn:microsoft.com/office/officeart/2005/8/layout/vList5"/>
    <dgm:cxn modelId="{D21416A0-78F4-C24C-9B36-3323FE4267B2}" type="presParOf" srcId="{BAA7CEBF-BC97-EC42-97E3-EC318E7896F5}" destId="{30F02E19-B784-8743-8F4C-E51F293FC50E}" srcOrd="1" destOrd="0" presId="urn:microsoft.com/office/officeart/2005/8/layout/vList5"/>
    <dgm:cxn modelId="{6BACF927-E02D-FF4A-9027-C0D83294103E}" type="presParOf" srcId="{76418605-9EFF-824F-B56D-6319993F8200}" destId="{7790301A-D813-A545-9811-9138B5AA2CF0}" srcOrd="1" destOrd="0" presId="urn:microsoft.com/office/officeart/2005/8/layout/vList5"/>
    <dgm:cxn modelId="{F7D5104A-623E-A740-ABEA-865F67D3D083}" type="presParOf" srcId="{76418605-9EFF-824F-B56D-6319993F8200}" destId="{3B72A2BF-3BE5-4648-9FB8-DEB22A73902A}" srcOrd="2" destOrd="0" presId="urn:microsoft.com/office/officeart/2005/8/layout/vList5"/>
    <dgm:cxn modelId="{C00444E8-C94A-1542-AB0D-240992AFDA38}" type="presParOf" srcId="{3B72A2BF-3BE5-4648-9FB8-DEB22A73902A}" destId="{D36A1B67-83C5-EB4D-B4DD-5C9BA958B006}" srcOrd="0" destOrd="0" presId="urn:microsoft.com/office/officeart/2005/8/layout/vList5"/>
    <dgm:cxn modelId="{2CA5EC1A-FE56-E54C-B5D3-23EF2DEB5343}" type="presParOf" srcId="{3B72A2BF-3BE5-4648-9FB8-DEB22A73902A}" destId="{1DC3007A-C62F-8441-8A2E-30D801EE9B6B}" srcOrd="1" destOrd="0" presId="urn:microsoft.com/office/officeart/2005/8/layout/vList5"/>
    <dgm:cxn modelId="{84E211BE-5BF7-6340-8F1F-A5B8CD9B8593}" type="presParOf" srcId="{76418605-9EFF-824F-B56D-6319993F8200}" destId="{BDA7166F-323F-8649-BAA0-D51DBBAC529A}" srcOrd="3" destOrd="0" presId="urn:microsoft.com/office/officeart/2005/8/layout/vList5"/>
    <dgm:cxn modelId="{A4653AB4-A00C-B740-8838-78230CA9EA98}" type="presParOf" srcId="{76418605-9EFF-824F-B56D-6319993F8200}" destId="{15D9080F-06A1-2845-AAC2-44779EE0D5CB}" srcOrd="4" destOrd="0" presId="urn:microsoft.com/office/officeart/2005/8/layout/vList5"/>
    <dgm:cxn modelId="{995EFB32-C903-DE47-B759-599979955923}" type="presParOf" srcId="{15D9080F-06A1-2845-AAC2-44779EE0D5CB}" destId="{4532232A-F2EB-CD45-B1A3-D29CA012E5E7}" srcOrd="0" destOrd="0" presId="urn:microsoft.com/office/officeart/2005/8/layout/vList5"/>
    <dgm:cxn modelId="{D18DEC20-57EA-504E-B531-650FE00F600F}" type="presParOf" srcId="{15D9080F-06A1-2845-AAC2-44779EE0D5CB}" destId="{15D06DEB-E383-B54E-B2D4-2E3B08E7A360}" srcOrd="1" destOrd="0" presId="urn:microsoft.com/office/officeart/2005/8/layout/vList5"/>
    <dgm:cxn modelId="{C9684BEF-B307-334E-8EDA-C0EE9A6F935C}" type="presParOf" srcId="{76418605-9EFF-824F-B56D-6319993F8200}" destId="{9E4A3FAC-F0EC-3D42-A7C0-48433C1EF9B2}" srcOrd="5" destOrd="0" presId="urn:microsoft.com/office/officeart/2005/8/layout/vList5"/>
    <dgm:cxn modelId="{B6F9D192-69B8-E749-ACAB-6DEA99A2DCC0}" type="presParOf" srcId="{76418605-9EFF-824F-B56D-6319993F8200}" destId="{587EF039-E626-9449-BFD3-D1037C072B73}" srcOrd="6" destOrd="0" presId="urn:microsoft.com/office/officeart/2005/8/layout/vList5"/>
    <dgm:cxn modelId="{61C51492-CF77-BD4B-9BFC-53008738A26D}" type="presParOf" srcId="{587EF039-E626-9449-BFD3-D1037C072B73}" destId="{3C4D1F73-E13A-B24C-AFBC-612C06B6C42A}" srcOrd="0" destOrd="0" presId="urn:microsoft.com/office/officeart/2005/8/layout/vList5"/>
    <dgm:cxn modelId="{63B75360-6ABD-AB4E-A40D-3ABB898CB892}" type="presParOf" srcId="{587EF039-E626-9449-BFD3-D1037C072B73}" destId="{CFC8BE45-E34D-F44D-82FE-8D0AE329BF95}" srcOrd="1" destOrd="0" presId="urn:microsoft.com/office/officeart/2005/8/layout/vList5"/>
    <dgm:cxn modelId="{9D6AAB34-A7E8-8D4F-899D-4D4E106E7A74}" type="presParOf" srcId="{76418605-9EFF-824F-B56D-6319993F8200}" destId="{8DFD7C51-FA31-6548-A200-D1306EDE1142}" srcOrd="7" destOrd="0" presId="urn:microsoft.com/office/officeart/2005/8/layout/vList5"/>
    <dgm:cxn modelId="{00501729-8F1F-8644-A74C-65C6CE709C06}" type="presParOf" srcId="{76418605-9EFF-824F-B56D-6319993F8200}" destId="{5017236F-7A61-8C4E-89F6-7DDBCB8B1932}" srcOrd="8" destOrd="0" presId="urn:microsoft.com/office/officeart/2005/8/layout/vList5"/>
    <dgm:cxn modelId="{418E3AE4-E307-254F-B694-FAC0D69598F7}" type="presParOf" srcId="{5017236F-7A61-8C4E-89F6-7DDBCB8B1932}" destId="{E4A7F004-9D33-4B43-BA94-593DFB1667EC}" srcOrd="0" destOrd="0" presId="urn:microsoft.com/office/officeart/2005/8/layout/vList5"/>
    <dgm:cxn modelId="{EBFAAEC9-0455-D04E-9D31-ECBB54F45655}" type="presParOf" srcId="{5017236F-7A61-8C4E-89F6-7DDBCB8B1932}" destId="{43E7B433-AEFE-394B-B520-8D4AF561FCD3}" srcOrd="1" destOrd="0" presId="urn:microsoft.com/office/officeart/2005/8/layout/vList5"/>
    <dgm:cxn modelId="{AEA25708-EBC6-FE43-916D-1C6ACEA64294}" type="presParOf" srcId="{76418605-9EFF-824F-B56D-6319993F8200}" destId="{4C44A804-18B4-AC47-BD38-AB7ABA49E59C}" srcOrd="9" destOrd="0" presId="urn:microsoft.com/office/officeart/2005/8/layout/vList5"/>
    <dgm:cxn modelId="{251CA546-EDA9-D149-93BA-A644E34C097E}" type="presParOf" srcId="{76418605-9EFF-824F-B56D-6319993F8200}" destId="{0B0B186E-81AB-5C4B-AA3B-D8EDF2FBB567}" srcOrd="10" destOrd="0" presId="urn:microsoft.com/office/officeart/2005/8/layout/vList5"/>
    <dgm:cxn modelId="{AE5593BC-04FA-844F-B1F4-165C288D24D1}" type="presParOf" srcId="{0B0B186E-81AB-5C4B-AA3B-D8EDF2FBB567}" destId="{866BE670-D02B-9145-B907-6A45C03514AC}" srcOrd="0" destOrd="0" presId="urn:microsoft.com/office/officeart/2005/8/layout/vList5"/>
    <dgm:cxn modelId="{B4012B7F-74D7-4140-8D62-3BF41869FAE7}" type="presParOf" srcId="{0B0B186E-81AB-5C4B-AA3B-D8EDF2FBB567}" destId="{2BE3991C-24AE-1749-94E4-520A40D88700}" srcOrd="1" destOrd="0" presId="urn:microsoft.com/office/officeart/2005/8/layout/vList5"/>
    <dgm:cxn modelId="{33263196-E024-1C4A-ABEE-657052B31FBB}" type="presParOf" srcId="{76418605-9EFF-824F-B56D-6319993F8200}" destId="{7E628304-9C36-214D-948A-6A851DC8AC92}" srcOrd="11" destOrd="0" presId="urn:microsoft.com/office/officeart/2005/8/layout/vList5"/>
    <dgm:cxn modelId="{1C45BBC2-8A24-2D43-B69D-5173F18D55C2}" type="presParOf" srcId="{76418605-9EFF-824F-B56D-6319993F8200}" destId="{4AC23FC4-3C58-3441-854E-1D61F1265FDA}" srcOrd="12" destOrd="0" presId="urn:microsoft.com/office/officeart/2005/8/layout/vList5"/>
    <dgm:cxn modelId="{5476D717-7BD2-C741-9ACF-B55BACECF8B5}" type="presParOf" srcId="{4AC23FC4-3C58-3441-854E-1D61F1265FDA}" destId="{E49C9539-FEB8-7D48-A11B-FA17772CBE7B}" srcOrd="0" destOrd="0" presId="urn:microsoft.com/office/officeart/2005/8/layout/vList5"/>
    <dgm:cxn modelId="{7AC23898-C20A-AE4A-98F7-0E7FE121649D}" type="presParOf" srcId="{4AC23FC4-3C58-3441-854E-1D61F1265FDA}" destId="{684D09B1-8DBE-4B42-BA96-2C93FA396D9E}" srcOrd="1" destOrd="0" presId="urn:microsoft.com/office/officeart/2005/8/layout/vList5"/>
    <dgm:cxn modelId="{2D62A8FA-9C22-0143-A52B-D0B2D5E6A3E2}" type="presParOf" srcId="{76418605-9EFF-824F-B56D-6319993F8200}" destId="{81ED028A-512E-E04E-8DB2-26E0FA243D2A}" srcOrd="13" destOrd="0" presId="urn:microsoft.com/office/officeart/2005/8/layout/vList5"/>
    <dgm:cxn modelId="{4B2F054C-5323-2B4B-8027-C40D51BC5289}" type="presParOf" srcId="{76418605-9EFF-824F-B56D-6319993F8200}" destId="{8998B517-FFD6-6245-9397-0080651ADFD5}" srcOrd="14" destOrd="0" presId="urn:microsoft.com/office/officeart/2005/8/layout/vList5"/>
    <dgm:cxn modelId="{DBD874B1-CF41-0A42-A162-447966220613}" type="presParOf" srcId="{8998B517-FFD6-6245-9397-0080651ADFD5}" destId="{3B98E98D-D3E7-7843-8A7D-7F8BB79FAA9B}" srcOrd="0" destOrd="0" presId="urn:microsoft.com/office/officeart/2005/8/layout/vList5"/>
    <dgm:cxn modelId="{6A63CEA1-2848-314E-9EEF-EA1BE57649B1}" type="presParOf" srcId="{8998B517-FFD6-6245-9397-0080651ADFD5}" destId="{4C2F1F33-F1C2-964D-83C5-781A78231B5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CB9F2-5CF5-1A47-A29F-54067442EB2B}">
      <dsp:nvSpPr>
        <dsp:cNvPr id="0" name=""/>
        <dsp:cNvSpPr/>
      </dsp:nvSpPr>
      <dsp:spPr>
        <a:xfrm>
          <a:off x="3474719" y="1216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TimePeriod</a:t>
          </a:r>
          <a:endParaRPr lang="en-US" sz="1500" kern="1200" dirty="0"/>
        </a:p>
      </dsp:txBody>
      <dsp:txXfrm>
        <a:off x="3489617" y="16114"/>
        <a:ext cx="3879263" cy="275385"/>
      </dsp:txXfrm>
    </dsp:sp>
    <dsp:sp modelId="{90C00FF3-4AF5-EA48-B9F9-E7FBA1C2650A}">
      <dsp:nvSpPr>
        <dsp:cNvPr id="0" name=""/>
        <dsp:cNvSpPr/>
      </dsp:nvSpPr>
      <dsp:spPr>
        <a:xfrm>
          <a:off x="3474719" y="321657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State</a:t>
          </a:r>
        </a:p>
      </dsp:txBody>
      <dsp:txXfrm>
        <a:off x="3489617" y="336555"/>
        <a:ext cx="3879263" cy="275385"/>
      </dsp:txXfrm>
    </dsp:sp>
    <dsp:sp modelId="{39707687-0D9F-B242-BBBF-0B2B167A1E61}">
      <dsp:nvSpPr>
        <dsp:cNvPr id="0" name=""/>
        <dsp:cNvSpPr/>
      </dsp:nvSpPr>
      <dsp:spPr>
        <a:xfrm>
          <a:off x="3474719" y="642097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Airlines</a:t>
          </a:r>
        </a:p>
      </dsp:txBody>
      <dsp:txXfrm>
        <a:off x="3489617" y="656995"/>
        <a:ext cx="3879263" cy="275385"/>
      </dsp:txXfrm>
    </dsp:sp>
    <dsp:sp modelId="{EDBE2F5B-37F9-154A-B3B2-577E2D9D9C73}">
      <dsp:nvSpPr>
        <dsp:cNvPr id="0" name=""/>
        <dsp:cNvSpPr/>
      </dsp:nvSpPr>
      <dsp:spPr>
        <a:xfrm>
          <a:off x="3474719" y="962538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AirlineNames</a:t>
          </a:r>
        </a:p>
      </dsp:txBody>
      <dsp:txXfrm>
        <a:off x="3489617" y="977436"/>
        <a:ext cx="3879263" cy="275385"/>
      </dsp:txXfrm>
    </dsp:sp>
    <dsp:sp modelId="{FD5AC714-EA82-8A4A-983F-C36BF0206A1C}">
      <dsp:nvSpPr>
        <dsp:cNvPr id="0" name=""/>
        <dsp:cNvSpPr/>
      </dsp:nvSpPr>
      <dsp:spPr>
        <a:xfrm>
          <a:off x="3474719" y="1282978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Airports</a:t>
          </a:r>
        </a:p>
      </dsp:txBody>
      <dsp:txXfrm>
        <a:off x="3489617" y="1297876"/>
        <a:ext cx="3879263" cy="275385"/>
      </dsp:txXfrm>
    </dsp:sp>
    <dsp:sp modelId="{DA865FAE-9FFD-F847-898C-E5C5DCE8AD57}">
      <dsp:nvSpPr>
        <dsp:cNvPr id="0" name=""/>
        <dsp:cNvSpPr/>
      </dsp:nvSpPr>
      <dsp:spPr>
        <a:xfrm>
          <a:off x="3474719" y="1603419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AirportNames</a:t>
          </a:r>
        </a:p>
      </dsp:txBody>
      <dsp:txXfrm>
        <a:off x="3489617" y="1618317"/>
        <a:ext cx="3879263" cy="275385"/>
      </dsp:txXfrm>
    </dsp:sp>
    <dsp:sp modelId="{AD4ED9FC-2248-3349-A1CA-32B639AF6A4C}">
      <dsp:nvSpPr>
        <dsp:cNvPr id="0" name=""/>
        <dsp:cNvSpPr/>
      </dsp:nvSpPr>
      <dsp:spPr>
        <a:xfrm>
          <a:off x="3474719" y="1923859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Routes</a:t>
          </a:r>
        </a:p>
      </dsp:txBody>
      <dsp:txXfrm>
        <a:off x="3489617" y="1938757"/>
        <a:ext cx="3879263" cy="275385"/>
      </dsp:txXfrm>
    </dsp:sp>
    <dsp:sp modelId="{6EF0514D-CC82-BD49-9DFB-B3E9D3B80064}">
      <dsp:nvSpPr>
        <dsp:cNvPr id="0" name=""/>
        <dsp:cNvSpPr/>
      </dsp:nvSpPr>
      <dsp:spPr>
        <a:xfrm>
          <a:off x="3474719" y="2244300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Flights</a:t>
          </a:r>
        </a:p>
      </dsp:txBody>
      <dsp:txXfrm>
        <a:off x="3489617" y="2259198"/>
        <a:ext cx="3879263" cy="275385"/>
      </dsp:txXfrm>
    </dsp:sp>
    <dsp:sp modelId="{98316E97-5D64-3247-9819-55CD1D6146FF}">
      <dsp:nvSpPr>
        <dsp:cNvPr id="0" name=""/>
        <dsp:cNvSpPr/>
      </dsp:nvSpPr>
      <dsp:spPr>
        <a:xfrm>
          <a:off x="3474719" y="2564740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FlightPerformance</a:t>
          </a:r>
        </a:p>
      </dsp:txBody>
      <dsp:txXfrm>
        <a:off x="3489617" y="2579638"/>
        <a:ext cx="3879263" cy="275385"/>
      </dsp:txXfrm>
    </dsp:sp>
    <dsp:sp modelId="{4EA9B9EC-71CC-F24F-83A2-E7153223BD3F}">
      <dsp:nvSpPr>
        <dsp:cNvPr id="0" name=""/>
        <dsp:cNvSpPr/>
      </dsp:nvSpPr>
      <dsp:spPr>
        <a:xfrm>
          <a:off x="3474719" y="2885181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DelayType</a:t>
          </a:r>
        </a:p>
      </dsp:txBody>
      <dsp:txXfrm>
        <a:off x="3489617" y="2900079"/>
        <a:ext cx="3879263" cy="275385"/>
      </dsp:txXfrm>
    </dsp:sp>
    <dsp:sp modelId="{F9A5F1C6-2BBD-C34B-9F17-A01943E3E093}">
      <dsp:nvSpPr>
        <dsp:cNvPr id="0" name=""/>
        <dsp:cNvSpPr/>
      </dsp:nvSpPr>
      <dsp:spPr>
        <a:xfrm>
          <a:off x="3474719" y="3205621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FlightDelay</a:t>
          </a:r>
        </a:p>
      </dsp:txBody>
      <dsp:txXfrm>
        <a:off x="3489617" y="3220519"/>
        <a:ext cx="3879263" cy="275385"/>
      </dsp:txXfrm>
    </dsp:sp>
    <dsp:sp modelId="{38192E26-F71B-E341-B91C-55049BDDEB6D}">
      <dsp:nvSpPr>
        <dsp:cNvPr id="0" name=""/>
        <dsp:cNvSpPr/>
      </dsp:nvSpPr>
      <dsp:spPr>
        <a:xfrm>
          <a:off x="3474719" y="3526062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CancellationReason</a:t>
          </a:r>
        </a:p>
      </dsp:txBody>
      <dsp:txXfrm>
        <a:off x="3489617" y="3540960"/>
        <a:ext cx="3879263" cy="275385"/>
      </dsp:txXfrm>
    </dsp:sp>
    <dsp:sp modelId="{D9EE11CE-A95F-194D-A383-871376E80065}">
      <dsp:nvSpPr>
        <dsp:cNvPr id="0" name=""/>
        <dsp:cNvSpPr/>
      </dsp:nvSpPr>
      <dsp:spPr>
        <a:xfrm>
          <a:off x="3474719" y="3846502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FlightDiversion</a:t>
          </a:r>
        </a:p>
      </dsp:txBody>
      <dsp:txXfrm>
        <a:off x="3489617" y="3861400"/>
        <a:ext cx="3879263" cy="2753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02E19-B784-8743-8F4C-E51F293FC50E}">
      <dsp:nvSpPr>
        <dsp:cNvPr id="0" name=""/>
        <dsp:cNvSpPr/>
      </dsp:nvSpPr>
      <dsp:spPr>
        <a:xfrm rot="5400000">
          <a:off x="5882682" y="-2611520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OP_CARRIER_AIRLINE_ID → OP_UNIQUE_CARRIER</a:t>
          </a:r>
        </a:p>
      </dsp:txBody>
      <dsp:txXfrm rot="-5400000">
        <a:off x="3220755" y="70028"/>
        <a:ext cx="5706165" cy="362688"/>
      </dsp:txXfrm>
    </dsp:sp>
    <dsp:sp modelId="{48A7ACD3-57B9-2C4D-A9BC-7861AEB3B7B7}">
      <dsp:nvSpPr>
        <dsp:cNvPr id="0" name=""/>
        <dsp:cNvSpPr/>
      </dsp:nvSpPr>
      <dsp:spPr>
        <a:xfrm>
          <a:off x="0" y="166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Airline</a:t>
          </a:r>
        </a:p>
      </dsp:txBody>
      <dsp:txXfrm>
        <a:off x="24526" y="24692"/>
        <a:ext cx="3171702" cy="453360"/>
      </dsp:txXfrm>
    </dsp:sp>
    <dsp:sp modelId="{1DC3007A-C62F-8441-8A2E-30D801EE9B6B}">
      <dsp:nvSpPr>
        <dsp:cNvPr id="0" name=""/>
        <dsp:cNvSpPr/>
      </dsp:nvSpPr>
      <dsp:spPr>
        <a:xfrm rot="5400000">
          <a:off x="5882682" y="-2083986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AIRPORT_ID → IATA_CODE, CITY_NAME, STATE_ABR</a:t>
          </a:r>
        </a:p>
      </dsp:txBody>
      <dsp:txXfrm rot="-5400000">
        <a:off x="3220755" y="597562"/>
        <a:ext cx="5706165" cy="362688"/>
      </dsp:txXfrm>
    </dsp:sp>
    <dsp:sp modelId="{D36A1B67-83C5-EB4D-B4DD-5C9BA958B006}">
      <dsp:nvSpPr>
        <dsp:cNvPr id="0" name=""/>
        <dsp:cNvSpPr/>
      </dsp:nvSpPr>
      <dsp:spPr>
        <a:xfrm>
          <a:off x="0" y="527700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Airport</a:t>
          </a:r>
        </a:p>
      </dsp:txBody>
      <dsp:txXfrm>
        <a:off x="24526" y="552226"/>
        <a:ext cx="3171702" cy="453360"/>
      </dsp:txXfrm>
    </dsp:sp>
    <dsp:sp modelId="{15D06DEB-E383-B54E-B2D4-2E3B08E7A360}">
      <dsp:nvSpPr>
        <dsp:cNvPr id="0" name=""/>
        <dsp:cNvSpPr/>
      </dsp:nvSpPr>
      <dsp:spPr>
        <a:xfrm rot="5400000">
          <a:off x="5882682" y="-1556453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From state lookup file: STATE_ABR → STATE_NM</a:t>
          </a:r>
        </a:p>
      </dsp:txBody>
      <dsp:txXfrm rot="-5400000">
        <a:off x="3220755" y="1125095"/>
        <a:ext cx="5706165" cy="362688"/>
      </dsp:txXfrm>
    </dsp:sp>
    <dsp:sp modelId="{4532232A-F2EB-CD45-B1A3-D29CA012E5E7}">
      <dsp:nvSpPr>
        <dsp:cNvPr id="0" name=""/>
        <dsp:cNvSpPr/>
      </dsp:nvSpPr>
      <dsp:spPr>
        <a:xfrm>
          <a:off x="0" y="1055233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State</a:t>
          </a:r>
        </a:p>
      </dsp:txBody>
      <dsp:txXfrm>
        <a:off x="24526" y="1079759"/>
        <a:ext cx="3171702" cy="453360"/>
      </dsp:txXfrm>
    </dsp:sp>
    <dsp:sp modelId="{CFC8BE45-E34D-F44D-82FE-8D0AE329BF95}">
      <dsp:nvSpPr>
        <dsp:cNvPr id="0" name=""/>
        <dsp:cNvSpPr/>
      </dsp:nvSpPr>
      <dsp:spPr>
        <a:xfrm rot="5400000">
          <a:off x="5882682" y="-1028919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FL_DATE → YEAR, QUARTER, MONTH, DAY_OF_MONTH, DAY_OF_WEEK</a:t>
          </a:r>
        </a:p>
      </dsp:txBody>
      <dsp:txXfrm rot="-5400000">
        <a:off x="3220755" y="1652629"/>
        <a:ext cx="5706165" cy="362688"/>
      </dsp:txXfrm>
    </dsp:sp>
    <dsp:sp modelId="{3C4D1F73-E13A-B24C-AFBC-612C06B6C42A}">
      <dsp:nvSpPr>
        <dsp:cNvPr id="0" name=""/>
        <dsp:cNvSpPr/>
      </dsp:nvSpPr>
      <dsp:spPr>
        <a:xfrm>
          <a:off x="0" y="1582767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Time</a:t>
          </a:r>
          <a:r>
            <a:rPr lang="en-US" sz="2500" kern="1200" dirty="0"/>
            <a:t> </a:t>
          </a:r>
          <a:r>
            <a:rPr lang="en-US" sz="2000" kern="1200" dirty="0"/>
            <a:t>Period</a:t>
          </a:r>
        </a:p>
      </dsp:txBody>
      <dsp:txXfrm>
        <a:off x="24526" y="1607293"/>
        <a:ext cx="3171702" cy="453360"/>
      </dsp:txXfrm>
    </dsp:sp>
    <dsp:sp modelId="{43E7B433-AEFE-394B-B520-8D4AF561FCD3}">
      <dsp:nvSpPr>
        <dsp:cNvPr id="0" name=""/>
        <dsp:cNvSpPr/>
      </dsp:nvSpPr>
      <dsp:spPr>
        <a:xfrm rot="5400000">
          <a:off x="5882682" y="-501385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From cancellation lookup file: CANCELLATION_CODE → DESCRIPTION</a:t>
          </a:r>
        </a:p>
      </dsp:txBody>
      <dsp:txXfrm rot="-5400000">
        <a:off x="3220755" y="2180163"/>
        <a:ext cx="5706165" cy="362688"/>
      </dsp:txXfrm>
    </dsp:sp>
    <dsp:sp modelId="{E4A7F004-9D33-4B43-BA94-593DFB1667EC}">
      <dsp:nvSpPr>
        <dsp:cNvPr id="0" name=""/>
        <dsp:cNvSpPr/>
      </dsp:nvSpPr>
      <dsp:spPr>
        <a:xfrm>
          <a:off x="0" y="2110300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Cancellation</a:t>
          </a:r>
        </a:p>
      </dsp:txBody>
      <dsp:txXfrm>
        <a:off x="24526" y="2134826"/>
        <a:ext cx="3171702" cy="453360"/>
      </dsp:txXfrm>
    </dsp:sp>
    <dsp:sp modelId="{2BE3991C-24AE-1749-94E4-520A40D88700}">
      <dsp:nvSpPr>
        <dsp:cNvPr id="0" name=""/>
        <dsp:cNvSpPr/>
      </dsp:nvSpPr>
      <dsp:spPr>
        <a:xfrm rot="5400000">
          <a:off x="5882682" y="26147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DELAY_ID → NAME</a:t>
          </a:r>
        </a:p>
      </dsp:txBody>
      <dsp:txXfrm rot="-5400000">
        <a:off x="3220755" y="2707696"/>
        <a:ext cx="5706165" cy="362688"/>
      </dsp:txXfrm>
    </dsp:sp>
    <dsp:sp modelId="{866BE670-D02B-9145-B907-6A45C03514AC}">
      <dsp:nvSpPr>
        <dsp:cNvPr id="0" name=""/>
        <dsp:cNvSpPr/>
      </dsp:nvSpPr>
      <dsp:spPr>
        <a:xfrm>
          <a:off x="0" y="2637834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Delay</a:t>
          </a:r>
          <a:r>
            <a:rPr lang="en-US" sz="2500" kern="1200" dirty="0"/>
            <a:t> </a:t>
          </a:r>
          <a:r>
            <a:rPr lang="en-US" sz="2000" kern="1200" dirty="0"/>
            <a:t>Type</a:t>
          </a:r>
        </a:p>
      </dsp:txBody>
      <dsp:txXfrm>
        <a:off x="24526" y="2662360"/>
        <a:ext cx="3171702" cy="453360"/>
      </dsp:txXfrm>
    </dsp:sp>
    <dsp:sp modelId="{684D09B1-8DBE-4B42-BA96-2C93FA396D9E}">
      <dsp:nvSpPr>
        <dsp:cNvPr id="0" name=""/>
        <dsp:cNvSpPr/>
      </dsp:nvSpPr>
      <dsp:spPr>
        <a:xfrm rot="5400000">
          <a:off x="5882682" y="553681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ROUTE_ID → ORIGIN_AIRPORT_ID, DEST_AIRPORT_ID, DISTANCE</a:t>
          </a:r>
        </a:p>
      </dsp:txBody>
      <dsp:txXfrm rot="-5400000">
        <a:off x="3220755" y="3235230"/>
        <a:ext cx="5706165" cy="362688"/>
      </dsp:txXfrm>
    </dsp:sp>
    <dsp:sp modelId="{E49C9539-FEB8-7D48-A11B-FA17772CBE7B}">
      <dsp:nvSpPr>
        <dsp:cNvPr id="0" name=""/>
        <dsp:cNvSpPr/>
      </dsp:nvSpPr>
      <dsp:spPr>
        <a:xfrm>
          <a:off x="0" y="3165368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Route</a:t>
          </a:r>
        </a:p>
      </dsp:txBody>
      <dsp:txXfrm>
        <a:off x="24526" y="3189894"/>
        <a:ext cx="3171702" cy="453360"/>
      </dsp:txXfrm>
    </dsp:sp>
    <dsp:sp modelId="{4C2F1F33-F1C2-964D-83C5-781A78231B59}">
      <dsp:nvSpPr>
        <dsp:cNvPr id="0" name=""/>
        <dsp:cNvSpPr/>
      </dsp:nvSpPr>
      <dsp:spPr>
        <a:xfrm rot="5400000">
          <a:off x="5882682" y="1081214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(FLIGHT_ID, DIVERSION_NUMBER) → DIV_AIRPORT_ID, DIV_TOTAL_GTIME</a:t>
          </a:r>
        </a:p>
      </dsp:txBody>
      <dsp:txXfrm rot="-5400000">
        <a:off x="3220755" y="3762763"/>
        <a:ext cx="5706165" cy="362688"/>
      </dsp:txXfrm>
    </dsp:sp>
    <dsp:sp modelId="{3B98E98D-D3E7-7843-8A7D-7F8BB79FAA9B}">
      <dsp:nvSpPr>
        <dsp:cNvPr id="0" name=""/>
        <dsp:cNvSpPr/>
      </dsp:nvSpPr>
      <dsp:spPr>
        <a:xfrm>
          <a:off x="0" y="3692901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Diversion</a:t>
          </a:r>
          <a:r>
            <a:rPr lang="en-US" sz="2500" kern="1200" dirty="0"/>
            <a:t> </a:t>
          </a:r>
          <a:r>
            <a:rPr lang="en-US" sz="2000" kern="1200" dirty="0"/>
            <a:t>Details</a:t>
          </a:r>
        </a:p>
      </dsp:txBody>
      <dsp:txXfrm>
        <a:off x="24526" y="3717427"/>
        <a:ext cx="3171702" cy="453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443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3286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2843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177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716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0494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9740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5660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7578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5132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7168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93229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02048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669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94372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69200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4767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6402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56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50" r:id="rId1"/>
    <p:sldLayoutId id="2147484851" r:id="rId2"/>
    <p:sldLayoutId id="2147484852" r:id="rId3"/>
    <p:sldLayoutId id="2147484853" r:id="rId4"/>
    <p:sldLayoutId id="2147484854" r:id="rId5"/>
    <p:sldLayoutId id="2147484855" r:id="rId6"/>
    <p:sldLayoutId id="2147484856" r:id="rId7"/>
    <p:sldLayoutId id="2147484857" r:id="rId8"/>
    <p:sldLayoutId id="2147484858" r:id="rId9"/>
    <p:sldLayoutId id="2147484859" r:id="rId10"/>
    <p:sldLayoutId id="2147484860" r:id="rId11"/>
    <p:sldLayoutId id="2147484861" r:id="rId12"/>
    <p:sldLayoutId id="2147484862" r:id="rId13"/>
    <p:sldLayoutId id="2147484863" r:id="rId14"/>
    <p:sldLayoutId id="2147484864" r:id="rId15"/>
    <p:sldLayoutId id="2147484865" r:id="rId16"/>
    <p:sldLayoutId id="2147484866" r:id="rId17"/>
    <p:sldLayoutId id="2147484867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7D259-6CDF-DDC4-1BE0-F3343D7B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07" y="2404215"/>
            <a:ext cx="618819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dirty="0">
                <a:solidFill>
                  <a:srgbClr val="EBEBEB"/>
                </a:solidFill>
              </a:rPr>
              <a:t>U.S. Airline On-Time Performance Database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CF7EB958-E59F-9BCB-1C8D-2C7B986B97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4430" y="5383388"/>
            <a:ext cx="61881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DATA 201 DBMS Group Project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Group members: Charishma, Swathi, Priyanka, William</a:t>
            </a:r>
          </a:p>
        </p:txBody>
      </p:sp>
      <p:sp>
        <p:nvSpPr>
          <p:cNvPr id="60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lane on tarmac">
            <a:extLst>
              <a:ext uri="{FF2B5EF4-FFF2-40B4-BE49-F238E27FC236}">
                <a16:creationId xmlns:a16="http://schemas.microsoft.com/office/drawing/2014/main" id="{A7459E1D-3BDA-D2F9-32F1-DC3DF4B1A1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8631" r="13061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00015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B4FCE-8015-A1C2-75C8-08B18AF2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EBEBEB"/>
                </a:solidFill>
              </a:rPr>
              <a:t>Dataset Introduction</a:t>
            </a:r>
            <a:br>
              <a:rPr lang="en-US" b="1" dirty="0">
                <a:solidFill>
                  <a:srgbClr val="EBEBEB"/>
                </a:solidFill>
              </a:rPr>
            </a:br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98B640-335F-E189-6E1A-DFDA8D4C4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440" y="1727200"/>
            <a:ext cx="6188189" cy="3785419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Source: U.S. Department of Transportation, Bureau of Transportation Statistics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Dataset: Reporting Carrier On-Time Performance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Period: January–June 2026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Monthly files combined: 6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Total flight records: </a:t>
            </a:r>
            <a:r>
              <a:rPr lang="en-US" b="1" dirty="0">
                <a:solidFill>
                  <a:srgbClr val="FFFFFF"/>
                </a:solidFill>
              </a:rPr>
              <a:t>3506809 </a:t>
            </a:r>
            <a:endParaRPr lang="en-US" dirty="0">
              <a:solidFill>
                <a:srgbClr val="FFFFFF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Raw attributes: </a:t>
            </a:r>
            <a:r>
              <a:rPr lang="en-US" b="1" dirty="0">
                <a:solidFill>
                  <a:srgbClr val="FFFFFF"/>
                </a:solidFill>
              </a:rPr>
              <a:t>101</a:t>
            </a:r>
            <a:endParaRPr lang="en-US" dirty="0">
              <a:solidFill>
                <a:srgbClr val="FFFFFF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Each row represents a reported flight</a:t>
            </a:r>
          </a:p>
          <a:p>
            <a:pPr>
              <a:buFont typeface="Wingdings" pitchFamily="2" charset="2"/>
              <a:buChar char="Ø"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Back view of an airplane">
            <a:extLst>
              <a:ext uri="{FF2B5EF4-FFF2-40B4-BE49-F238E27FC236}">
                <a16:creationId xmlns:a16="http://schemas.microsoft.com/office/drawing/2014/main" id="{8EA042ED-FF21-DF72-1510-13EEA25E6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96" r="32095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584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1791-448F-D5E9-80CD-D10C0201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151" y="322007"/>
            <a:ext cx="6828512" cy="1049593"/>
          </a:xfrm>
        </p:spPr>
        <p:txBody>
          <a:bodyPr>
            <a:normAutofit/>
          </a:bodyPr>
          <a:lstStyle/>
          <a:p>
            <a:r>
              <a:rPr lang="en-US" sz="3200" dirty="0"/>
              <a:t>Why We Chose This Dataset?</a:t>
            </a:r>
          </a:p>
        </p:txBody>
      </p:sp>
      <p:pic>
        <p:nvPicPr>
          <p:cNvPr id="5" name="Picture 4" descr="Planes on an airport">
            <a:extLst>
              <a:ext uri="{FF2B5EF4-FFF2-40B4-BE49-F238E27FC236}">
                <a16:creationId xmlns:a16="http://schemas.microsoft.com/office/drawing/2014/main" id="{439B86F2-75B7-6C7B-5067-47030D3F8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270" r="18449" b="2"/>
          <a:stretch>
            <a:fillRect/>
          </a:stretch>
        </p:blipFill>
        <p:spPr>
          <a:xfrm>
            <a:off x="8135860" y="10"/>
            <a:ext cx="405894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4701A01-E306-48FB-A661-2335BB38B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0BA13-6B4A-CFE2-A192-D49D8BDD1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143000"/>
            <a:ext cx="8021560" cy="56007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This dataset was selected because it :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US" sz="1800" dirty="0"/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Represents a real-world transportation system.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Has more than 3.4 million flight level data entries.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Facilitates comparison among airlines, airports, routes, and months.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Provides details of operation as well as performance measurements.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Requires data cleaning and normalization before database implementation.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Can be used to formulate both simple and complex SQL queries.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Questions our database will answer 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Which airlines have the best departure and arrival on-time performance?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Which airports and routes experience the most delays?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What are the most common causes of delays?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How do cancellations and diversions vary by airline and month?</a:t>
            </a:r>
          </a:p>
          <a:p>
            <a:pPr>
              <a:lnSpc>
                <a:spcPct val="90000"/>
              </a:lnSpc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25186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5FDBB-B1A7-B077-7904-9AE441DE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880" y="2484120"/>
            <a:ext cx="3522879" cy="447082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</a:rPr>
              <a:t>Dataset Complexity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7F8272E-812B-5DDA-77C5-A064B8460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7511" y="1230840"/>
            <a:ext cx="6987890" cy="530098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Data Preparation and Cleaning Needs</a:t>
            </a:r>
            <a:endParaRPr lang="en-US" sz="1600" dirty="0"/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Combine six monthly files with consistent column structures.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Normalize to 1NF , 2NF, 3NF.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We have also downloaded the parent lookup tables for mapping 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Convert blank values to NULL rather than treating them as zero.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Keep negative delays as negative because they show early departures/arrivals.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Convert FL_DATE, which includes a time portion, into a proper date value.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Standardize scheduled time fields such as 0600 and 0915.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Treat CANCELLED and DIVERTED fields as Boolean fields.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Handle diversion-summary fields, which may be NULL for non-diverted flights.</a:t>
            </a:r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91445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BC452-6554-C0F9-5C37-FDD7E0C4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55" y="993058"/>
            <a:ext cx="4899643" cy="11651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Columns Used for the Database</a:t>
            </a:r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Freeform: Shape 4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5730C-2F4D-A47B-9A2E-4449D7C976A4}"/>
              </a:ext>
            </a:extLst>
          </p:cNvPr>
          <p:cNvSpPr txBox="1"/>
          <p:nvPr/>
        </p:nvSpPr>
        <p:spPr>
          <a:xfrm>
            <a:off x="307157" y="2615379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Note: The table shows representative columns by data area. 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cap="small" dirty="0">
              <a:solidFill>
                <a:srgbClr val="EBEBEB"/>
              </a:soli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 All 61 source columns are preserved in the staging dataset and mapped to normalized tables.</a:t>
            </a:r>
          </a:p>
        </p:txBody>
      </p:sp>
      <p:graphicFrame>
        <p:nvGraphicFramePr>
          <p:cNvPr id="37" name="Content Placeholder 3">
            <a:extLst>
              <a:ext uri="{FF2B5EF4-FFF2-40B4-BE49-F238E27FC236}">
                <a16:creationId xmlns:a16="http://schemas.microsoft.com/office/drawing/2014/main" id="{FEBDC430-F9D0-B59E-449A-7DD583137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252280"/>
              </p:ext>
            </p:extLst>
          </p:nvPr>
        </p:nvGraphicFramePr>
        <p:xfrm>
          <a:off x="6093992" y="1191912"/>
          <a:ext cx="5449891" cy="447417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267424">
                  <a:extLst>
                    <a:ext uri="{9D8B030D-6E8A-4147-A177-3AD203B41FA5}">
                      <a16:colId xmlns:a16="http://schemas.microsoft.com/office/drawing/2014/main" val="903068984"/>
                    </a:ext>
                  </a:extLst>
                </a:gridCol>
                <a:gridCol w="2361803">
                  <a:extLst>
                    <a:ext uri="{9D8B030D-6E8A-4147-A177-3AD203B41FA5}">
                      <a16:colId xmlns:a16="http://schemas.microsoft.com/office/drawing/2014/main" val="2686198464"/>
                    </a:ext>
                  </a:extLst>
                </a:gridCol>
                <a:gridCol w="1820664">
                  <a:extLst>
                    <a:ext uri="{9D8B030D-6E8A-4147-A177-3AD203B41FA5}">
                      <a16:colId xmlns:a16="http://schemas.microsoft.com/office/drawing/2014/main" val="1902139669"/>
                    </a:ext>
                  </a:extLst>
                </a:gridCol>
              </a:tblGrid>
              <a:tr h="3382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area</a:t>
                      </a:r>
                    </a:p>
                  </a:txBody>
                  <a:tcPr marL="86057" marR="46829" marT="66198" marB="6619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Examples</a:t>
                      </a:r>
                    </a:p>
                  </a:txBody>
                  <a:tcPr marL="86057" marR="46829" marT="66198" marB="6619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86057" marR="46829" marT="66198" marB="6619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046469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Date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FL_DATE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YEAR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QUARTER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MONTH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DAY_OF_MONTH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DAY_OF_WEEK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Monthly and date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118650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Airline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OP_UNIQUE_CARRIER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OP_CARRIER_AIRLINE_ID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Airline comparisons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473858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Airport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ORIGIN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DEST</a:t>
                      </a:r>
                      <a:r>
                        <a:rPr lang="en-US" sz="1300"/>
                        <a:t>, airport IDs, cities, states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Airport and route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613056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Route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Origin airport, destination airport,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DISTANCE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Route-distance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405142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Flight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Generated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FlightID</a:t>
                      </a:r>
                      <a:r>
                        <a:rPr lang="en-US" sz="1300"/>
                        <a:t>, flight number, tail number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Flight identification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787630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Performance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Scheduled/actual times, delays, taxi times, elapsed times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On-time performance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409317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Status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CANCELLED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CANCELLATION_CODE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DIVERTED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Cancellation and diversion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177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59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4A3DA6D-FED2-4369-9ACD-B578C8790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3C72DE-4C01-4F6C-9020-327690ADA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5627181E-8B3E-4EFB-8F43-17296B86C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0B3C4-077B-05A9-016A-EB52C26A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Schema Design &amp; Database Setup</a:t>
            </a:r>
          </a:p>
        </p:txBody>
      </p:sp>
      <p:sp useBgFill="1">
        <p:nvSpPr>
          <p:cNvPr id="23" name="Freeform: Shape 17">
            <a:extLst>
              <a:ext uri="{FF2B5EF4-FFF2-40B4-BE49-F238E27FC236}">
                <a16:creationId xmlns:a16="http://schemas.microsoft.com/office/drawing/2014/main" id="{2E45DBDE-EAD7-4DEE-B77D-577BBB0A1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51D99-E9FD-1485-742C-5EDA12420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6578592" cy="365868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From raw flight records to a normalized relational database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dirty="0"/>
              <a:t>ER model and relationship design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dirty="0"/>
              <a:t>Relational schema mapping and key structure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dirty="0"/>
              <a:t>Normalization up to 3NF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dirty="0"/>
              <a:t>MySQL staging import and validation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Current-status: Six monthly files imported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Staging records: 3,506,809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DA193809-4E78-72CF-F20B-934348BE4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6223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82087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5D47-2C30-6002-5F87-77CD930C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33" y="585355"/>
            <a:ext cx="9905998" cy="1905000"/>
          </a:xfrm>
        </p:spPr>
        <p:txBody>
          <a:bodyPr/>
          <a:lstStyle/>
          <a:p>
            <a:r>
              <a:rPr lang="en-US" sz="3200" dirty="0"/>
              <a:t>Initial ER Diagram : 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860B88F-C3CC-FB5B-F501-ECCBC23A7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33" y="1537855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ER model separates 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Flight operations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Airlines, airports, and routes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Dates and performance measures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Delays, cancellations, and diversions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F3E62-F9F8-857D-846B-D02B510C0A27}"/>
              </a:ext>
            </a:extLst>
          </p:cNvPr>
          <p:cNvSpPr txBox="1"/>
          <p:nvPr/>
        </p:nvSpPr>
        <p:spPr>
          <a:xfrm>
            <a:off x="340590" y="4292724"/>
            <a:ext cx="892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 shows how these entities connect through relationship cardinalities.</a:t>
            </a:r>
          </a:p>
        </p:txBody>
      </p:sp>
    </p:spTree>
    <p:extLst>
      <p:ext uri="{BB962C8B-B14F-4D97-AF65-F5344CB8AC3E}">
        <p14:creationId xmlns:p14="http://schemas.microsoft.com/office/powerpoint/2010/main" val="3545848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7D70-7510-903D-591E-AC3F38D4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78" y="147638"/>
            <a:ext cx="9905998" cy="1905000"/>
          </a:xfrm>
        </p:spPr>
        <p:txBody>
          <a:bodyPr/>
          <a:lstStyle/>
          <a:p>
            <a:r>
              <a:rPr lang="en-US" sz="3200" dirty="0"/>
              <a:t>Initial ER/EER Diagram :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6637F1-43EA-3CE3-053F-ABE2B1F4D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39091"/>
            <a:ext cx="12192000" cy="581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3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B727-1D3E-62EA-81F3-C93D6C2D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8085"/>
            <a:ext cx="9905998" cy="1905000"/>
          </a:xfrm>
        </p:spPr>
        <p:txBody>
          <a:bodyPr/>
          <a:lstStyle/>
          <a:p>
            <a:r>
              <a:rPr lang="en-US" sz="3200" dirty="0"/>
              <a:t>Relational Schema Mapping :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73E8D98-5A16-CBAD-CE0C-5D45D0AF05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7496685"/>
              </p:ext>
            </p:extLst>
          </p:nvPr>
        </p:nvGraphicFramePr>
        <p:xfrm>
          <a:off x="-3143248" y="1104899"/>
          <a:ext cx="10858499" cy="4152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F160A54-1D9E-1FDE-D945-29896454A007}"/>
              </a:ext>
            </a:extLst>
          </p:cNvPr>
          <p:cNvSpPr txBox="1"/>
          <p:nvPr/>
        </p:nvSpPr>
        <p:spPr>
          <a:xfrm>
            <a:off x="214312" y="5666585"/>
            <a:ext cx="8045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raw staging table will be transformed into these normalized tables.</a:t>
            </a:r>
          </a:p>
          <a:p>
            <a:r>
              <a:rPr lang="en-US" dirty="0"/>
              <a:t>Generated identifiers such as FLIGHT_ID and ROUTE_ID will be added</a:t>
            </a:r>
          </a:p>
          <a:p>
            <a:r>
              <a:rPr lang="en-US" dirty="0"/>
              <a:t>during the relational mapping process.</a:t>
            </a:r>
          </a:p>
        </p:txBody>
      </p:sp>
    </p:spTree>
    <p:extLst>
      <p:ext uri="{BB962C8B-B14F-4D97-AF65-F5344CB8AC3E}">
        <p14:creationId xmlns:p14="http://schemas.microsoft.com/office/powerpoint/2010/main" val="175603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6B0DD-936C-88FD-6923-2FE847519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30" y="1143000"/>
            <a:ext cx="4649539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Keys and Relationship Justification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107B6-DC43-C108-70F6-6EFE2C696F06}"/>
              </a:ext>
            </a:extLst>
          </p:cNvPr>
          <p:cNvSpPr txBox="1"/>
          <p:nvPr/>
        </p:nvSpPr>
        <p:spPr>
          <a:xfrm>
            <a:off x="287011" y="2539181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Primary keys uniquely identify records.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Foreign keys connect related tables in the relational schema.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83F804-BA51-960B-E805-A1693D63C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768095"/>
              </p:ext>
            </p:extLst>
          </p:nvPr>
        </p:nvGraphicFramePr>
        <p:xfrm>
          <a:off x="6093992" y="1052769"/>
          <a:ext cx="5449890" cy="4752468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{5C22544A-7EE6-4342-B048-85BDC9FD1C3A}</a:tableStyleId>
              </a:tblPr>
              <a:tblGrid>
                <a:gridCol w="2228070">
                  <a:extLst>
                    <a:ext uri="{9D8B030D-6E8A-4147-A177-3AD203B41FA5}">
                      <a16:colId xmlns:a16="http://schemas.microsoft.com/office/drawing/2014/main" val="3558064150"/>
                    </a:ext>
                  </a:extLst>
                </a:gridCol>
                <a:gridCol w="3221820">
                  <a:extLst>
                    <a:ext uri="{9D8B030D-6E8A-4147-A177-3AD203B41FA5}">
                      <a16:colId xmlns:a16="http://schemas.microsoft.com/office/drawing/2014/main" val="830663183"/>
                    </a:ext>
                  </a:extLst>
                </a:gridCol>
              </a:tblGrid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Primary key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366320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TimePeriod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FL_DATE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140191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STATE_ABR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50148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Airlines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OP_CARRIER_AIRLINE_ID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79590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Airports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AIRPORT_ID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997664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Routes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ROUTE_ID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427759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522742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FlightPerformance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57419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FlightDelay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 + DELAY_ID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917444"/>
                  </a:ext>
                </a:extLst>
              </a:tr>
              <a:tr h="67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FlightDiversion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 + DIVERSION_NUMBER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885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690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C0500-328E-0C57-1F52-303657D62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" y="173318"/>
            <a:ext cx="9404723" cy="1400530"/>
          </a:xfrm>
        </p:spPr>
        <p:txBody>
          <a:bodyPr/>
          <a:lstStyle/>
          <a:p>
            <a:r>
              <a:rPr lang="en-US" sz="3200" dirty="0"/>
              <a:t>Functional Dependencies:</a:t>
            </a: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B9B9C68-F3F3-6355-9CC2-8F29E4F106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504718"/>
              </p:ext>
            </p:extLst>
          </p:nvPr>
        </p:nvGraphicFramePr>
        <p:xfrm>
          <a:off x="1002201" y="1163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508DCC5-E2E4-FD4A-54E1-0271C1CBB383}"/>
              </a:ext>
            </a:extLst>
          </p:cNvPr>
          <p:cNvSpPr txBox="1"/>
          <p:nvPr/>
        </p:nvSpPr>
        <p:spPr>
          <a:xfrm>
            <a:off x="228600" y="5782982"/>
            <a:ext cx="1096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dependencies guided the decomposition of the raw BTS dataset into normalized relations.</a:t>
            </a:r>
          </a:p>
        </p:txBody>
      </p:sp>
    </p:spTree>
    <p:extLst>
      <p:ext uri="{BB962C8B-B14F-4D97-AF65-F5344CB8AC3E}">
        <p14:creationId xmlns:p14="http://schemas.microsoft.com/office/powerpoint/2010/main" val="350773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2" name="Freeform: Shape 21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2844BC-9ABD-3200-3485-0C7B77B8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Normalization Through 3NF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920CF1A-D85B-8EF0-3B6B-4243F6B89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2396727"/>
            <a:ext cx="8946541" cy="3484879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Raw BTS Dataset </a:t>
            </a:r>
            <a:r>
              <a:rPr lang="en-US" sz="6400" dirty="0">
                <a:sym typeface="Wingdings" pitchFamily="2" charset="2"/>
              </a:rPr>
              <a:t> 61 raw attributes</a:t>
            </a:r>
          </a:p>
          <a:p>
            <a:pPr>
              <a:lnSpc>
                <a:spcPct val="90000"/>
              </a:lnSpc>
            </a:pPr>
            <a:r>
              <a:rPr lang="en-US" sz="6400" dirty="0"/>
              <a:t>1NF — Atomic values </a:t>
            </a:r>
            <a:r>
              <a:rPr lang="en-US" sz="6400" dirty="0">
                <a:sym typeface="Wingdings" pitchFamily="2" charset="2"/>
              </a:rPr>
              <a:t>  Repeating delay and diversion groups separated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6400" dirty="0">
                <a:sym typeface="Wingdings" pitchFamily="2" charset="2"/>
              </a:rPr>
              <a:t>Flight Delay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6400" dirty="0">
                <a:sym typeface="Wingdings" pitchFamily="2" charset="2"/>
              </a:rPr>
              <a:t>Flight Diversion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2NF — Partial dependencies removed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Core entities separated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6400" dirty="0"/>
              <a:t>Airlines • Airports • Routes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6400" dirty="0"/>
              <a:t>Time Period • Flights • Flight Performance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3NF — Transitive dependencies removed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Lookup entities separated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6400" dirty="0"/>
              <a:t>State Names • Airline Names • Airport Names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6400" dirty="0"/>
              <a:t>Cancellation Reason • Delay Type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Final Schema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6400" dirty="0"/>
              <a:t>13 related tables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28532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6E13B-EC50-9D46-104E-36890FF1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Initial SQL Exploration</a:t>
            </a: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A6009-7060-572B-67C4-F5B6214DB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2480688"/>
            <a:ext cx="5122606" cy="365868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dirty="0"/>
              <a:t>Confirmed that all six-monthly files were imported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dirty="0"/>
              <a:t>Verified 3,506,809 total records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dirty="0"/>
              <a:t>Checked monthly row counts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dirty="0"/>
              <a:t>Examined delays, cancellations, and diversions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dirty="0"/>
              <a:t>Confirmed that the dataset is suitable for analysis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24060-12F7-8380-89B5-3C2A9937B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008" y="2275188"/>
            <a:ext cx="6268536" cy="428097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98861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1EF5-6CE9-29AB-2777-48558194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and Advanced 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909CC-2A51-BA4C-2D62-488D3C52C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8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1BE54D-22E6-164D-DC8E-C19E6D5F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880" y="2726574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Challenges &amp; Next Steps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3FDB-115B-4F7C-75FB-0FF28CCF0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628650"/>
            <a:ext cx="6263991" cy="5600699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Challenges so far: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Mapping BTS raw column names to normalized table columns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Handling multiple raw files with 61 columns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Importing and processing more than 3.5 million records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Checking primary and foreign key relations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Maintaining query efficiency with large data set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Planned improvements for the final project: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Design and test advanced SQL queries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Completing and validating the 13-table normalized DB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Creating dashboards and visualization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Finalize screenshots, findings, and project documentation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22956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5708-9888-57B0-39D3-60CF3C757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2D0B3-AD53-86F1-F7B2-A33BE8DCB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08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4" name="Oval 53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B9AE5A72-E555-395A-724E-5999C21E0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52B1435E-BAB8-43AB-AF6A-C15D437D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561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7673</TotalTime>
  <Words>978</Words>
  <Application>Microsoft Macintosh PowerPoint</Application>
  <PresentationFormat>Widescreen</PresentationFormat>
  <Paragraphs>180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Century Gothic</vt:lpstr>
      <vt:lpstr>Courier New</vt:lpstr>
      <vt:lpstr>Wingdings</vt:lpstr>
      <vt:lpstr>Wingdings 3</vt:lpstr>
      <vt:lpstr>Ion</vt:lpstr>
      <vt:lpstr>U.S. Airline On-Time Performance Database</vt:lpstr>
      <vt:lpstr>Dataset Introduction </vt:lpstr>
      <vt:lpstr>Why We Chose This Dataset?</vt:lpstr>
      <vt:lpstr>Dataset Complexity</vt:lpstr>
      <vt:lpstr>Columns Used for the Database</vt:lpstr>
      <vt:lpstr>Schema Design &amp; Database Setup</vt:lpstr>
      <vt:lpstr>Initial ER Diagram : </vt:lpstr>
      <vt:lpstr>Initial ER/EER Diagram :</vt:lpstr>
      <vt:lpstr>Relational Schema Mapping :</vt:lpstr>
      <vt:lpstr>Keys and Relationship Justification</vt:lpstr>
      <vt:lpstr>Functional Dependencies:  </vt:lpstr>
      <vt:lpstr>Normalization Through 3NF</vt:lpstr>
      <vt:lpstr>Initial SQL Exploration</vt:lpstr>
      <vt:lpstr>Basic and Advanced SQL Queries</vt:lpstr>
      <vt:lpstr>Challenges &amp; Next Steps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Vamaraju</dc:creator>
  <cp:lastModifiedBy>Priyanka Vamaraju</cp:lastModifiedBy>
  <cp:revision>7</cp:revision>
  <dcterms:created xsi:type="dcterms:W3CDTF">2026-10-02T21:59:36Z</dcterms:created>
  <dcterms:modified xsi:type="dcterms:W3CDTF">2026-10-08T07:06:29Z</dcterms:modified>
</cp:coreProperties>
</file>